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9144000" cy="16256000"/>
  <p:embeddedFontLst>
    <p:embeddedFont>
      <p:font typeface="阿里妈妈数黑体" panose="02010600030101010101" charset="-122"/>
      <p:regular r:id="rId19"/>
    </p:embeddedFont>
    <p:embeddedFont>
      <p:font typeface="Liter" panose="02010600030101010101" charset="0"/>
      <p:regular r:id="rId20"/>
    </p:embeddedFont>
    <p:embeddedFont>
      <p:font typeface="MiSans" pitchFamily="50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331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zelladc.com/f17de6296badf5493ff19a50c4d80e28896b047b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4444" r="1444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2D3748">
                  <a:alpha val="90000"/>
                </a:srgbClr>
              </a:gs>
              <a:gs pos="100000">
                <a:srgbClr val="1A202C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12233" y="2357967"/>
            <a:ext cx="4123267" cy="567267"/>
          </a:xfrm>
          <a:custGeom>
            <a:avLst/>
            <a:gdLst/>
            <a:ahLst/>
            <a:cxnLst/>
            <a:rect l="l" t="t" r="r" b="b"/>
            <a:pathLst>
              <a:path w="4123267" h="567267">
                <a:moveTo>
                  <a:pt x="101597" y="0"/>
                </a:moveTo>
                <a:lnTo>
                  <a:pt x="4021669" y="0"/>
                </a:lnTo>
                <a:cubicBezTo>
                  <a:pt x="4077780" y="0"/>
                  <a:pt x="4123267" y="45487"/>
                  <a:pt x="4123267" y="101597"/>
                </a:cubicBezTo>
                <a:lnTo>
                  <a:pt x="4123267" y="465669"/>
                </a:lnTo>
                <a:cubicBezTo>
                  <a:pt x="4123267" y="521780"/>
                  <a:pt x="4077780" y="567267"/>
                  <a:pt x="4021669" y="567267"/>
                </a:cubicBezTo>
                <a:lnTo>
                  <a:pt x="101597" y="567267"/>
                </a:lnTo>
                <a:cubicBezTo>
                  <a:pt x="45487" y="567267"/>
                  <a:pt x="0" y="521780"/>
                  <a:pt x="0" y="465669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8467">
            <a:solidFill>
              <a:srgbClr val="4FD1C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19667" y="2472267"/>
            <a:ext cx="38205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9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INTERNSHIP SUMMARY REPORT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132667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 err="1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企业</a:t>
            </a:r>
            <a:r>
              <a:rPr lang="zh-CN" altLang="en-US" sz="72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核心资产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 err="1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调度管理系统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621867"/>
            <a:ext cx="1539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软件工程实践 | 全栈开发实践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54038" y="649816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95350" y="6434667"/>
            <a:ext cx="179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2025年实习项目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876550" y="6460067"/>
            <a:ext cx="12700" cy="304800"/>
          </a:xfrm>
          <a:custGeom>
            <a:avLst/>
            <a:gdLst/>
            <a:ahLst/>
            <a:cxnLst/>
            <a:rect l="l" t="t" r="r" b="b"/>
            <a:pathLst>
              <a:path w="12700" h="304800">
                <a:moveTo>
                  <a:pt x="0" y="0"/>
                </a:moveTo>
                <a:lnTo>
                  <a:pt x="12700" y="0"/>
                </a:lnTo>
                <a:lnTo>
                  <a:pt x="127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3211513" y="6498167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3581400" y="6434667"/>
            <a:ext cx="223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Boot + Vue 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28" y="1041400"/>
            <a:ext cx="1714500" cy="558800"/>
          </a:xfrm>
          <a:custGeom>
            <a:avLst/>
            <a:gdLst/>
            <a:ahLst/>
            <a:cxnLst/>
            <a:rect l="l" t="t" r="r" b="b"/>
            <a:pathLst>
              <a:path w="1714500" h="558800">
                <a:moveTo>
                  <a:pt x="101601" y="0"/>
                </a:moveTo>
                <a:lnTo>
                  <a:pt x="1612899" y="0"/>
                </a:lnTo>
                <a:cubicBezTo>
                  <a:pt x="1669012" y="0"/>
                  <a:pt x="1714500" y="45488"/>
                  <a:pt x="1714500" y="101601"/>
                </a:cubicBezTo>
                <a:lnTo>
                  <a:pt x="1714500" y="457199"/>
                </a:lnTo>
                <a:cubicBezTo>
                  <a:pt x="1714500" y="513312"/>
                  <a:pt x="1669012" y="558800"/>
                  <a:pt x="16128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15478" y="1151467"/>
            <a:ext cx="14250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kern="0" spc="9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5600" y="1803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3022600"/>
            <a:ext cx="7391400" cy="1422400"/>
          </a:xfrm>
          <a:custGeom>
            <a:avLst/>
            <a:gdLst/>
            <a:ahLst/>
            <a:cxnLst/>
            <a:rect l="l" t="t" r="r" b="b"/>
            <a:pathLst>
              <a:path w="7391400" h="1422400">
                <a:moveTo>
                  <a:pt x="50800" y="0"/>
                </a:moveTo>
                <a:lnTo>
                  <a:pt x="7239004" y="0"/>
                </a:lnTo>
                <a:cubicBezTo>
                  <a:pt x="7323170" y="0"/>
                  <a:pt x="7391400" y="68230"/>
                  <a:pt x="7391400" y="152396"/>
                </a:cubicBezTo>
                <a:lnTo>
                  <a:pt x="7391400" y="1270004"/>
                </a:lnTo>
                <a:cubicBezTo>
                  <a:pt x="7391400" y="1354170"/>
                  <a:pt x="7323170" y="1422400"/>
                  <a:pt x="7239004" y="1422400"/>
                </a:cubicBezTo>
                <a:lnTo>
                  <a:pt x="50800" y="1422400"/>
                </a:lnTo>
                <a:cubicBezTo>
                  <a:pt x="22744" y="1422400"/>
                  <a:pt x="0" y="1399656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30226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63600" y="342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90600" y="35306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76400" y="3327400"/>
            <a:ext cx="609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项目概述与核心目标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76400" y="3835400"/>
            <a:ext cx="604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了解系统背景、业务场景与核心价值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56600" y="3022600"/>
            <a:ext cx="7391400" cy="1422400"/>
          </a:xfrm>
          <a:custGeom>
            <a:avLst/>
            <a:gdLst/>
            <a:ahLst/>
            <a:cxnLst/>
            <a:rect l="l" t="t" r="r" b="b"/>
            <a:pathLst>
              <a:path w="7391400" h="1422400">
                <a:moveTo>
                  <a:pt x="50800" y="0"/>
                </a:moveTo>
                <a:lnTo>
                  <a:pt x="7239004" y="0"/>
                </a:lnTo>
                <a:cubicBezTo>
                  <a:pt x="7323170" y="0"/>
                  <a:pt x="7391400" y="68230"/>
                  <a:pt x="7391400" y="152396"/>
                </a:cubicBezTo>
                <a:lnTo>
                  <a:pt x="7391400" y="1270004"/>
                </a:lnTo>
                <a:cubicBezTo>
                  <a:pt x="7391400" y="1354170"/>
                  <a:pt x="7323170" y="1422400"/>
                  <a:pt x="7239004" y="1422400"/>
                </a:cubicBezTo>
                <a:lnTo>
                  <a:pt x="50800" y="1422400"/>
                </a:lnTo>
                <a:cubicBezTo>
                  <a:pt x="22744" y="1422400"/>
                  <a:pt x="0" y="1399656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356600" y="30226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686800" y="342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813800" y="35306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99600" y="3327400"/>
            <a:ext cx="609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技术架构与选型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99600" y="3835400"/>
            <a:ext cx="604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深入解析技术栈选择与架构设计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4851400"/>
            <a:ext cx="7391400" cy="1422400"/>
          </a:xfrm>
          <a:custGeom>
            <a:avLst/>
            <a:gdLst/>
            <a:ahLst/>
            <a:cxnLst/>
            <a:rect l="l" t="t" r="r" b="b"/>
            <a:pathLst>
              <a:path w="7391400" h="1422400">
                <a:moveTo>
                  <a:pt x="50800" y="0"/>
                </a:moveTo>
                <a:lnTo>
                  <a:pt x="7239004" y="0"/>
                </a:lnTo>
                <a:cubicBezTo>
                  <a:pt x="7323170" y="0"/>
                  <a:pt x="7391400" y="68230"/>
                  <a:pt x="7391400" y="152396"/>
                </a:cubicBezTo>
                <a:lnTo>
                  <a:pt x="7391400" y="1270004"/>
                </a:lnTo>
                <a:cubicBezTo>
                  <a:pt x="7391400" y="1354170"/>
                  <a:pt x="7323170" y="1422400"/>
                  <a:pt x="7239004" y="1422400"/>
                </a:cubicBezTo>
                <a:lnTo>
                  <a:pt x="50800" y="1422400"/>
                </a:lnTo>
                <a:cubicBezTo>
                  <a:pt x="22744" y="1422400"/>
                  <a:pt x="0" y="1399656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33400" y="48514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63600" y="5257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90600" y="5359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76400" y="5156200"/>
            <a:ext cx="609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核心功能模块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76400" y="5664200"/>
            <a:ext cx="604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详解六大管理模块的设计与实现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56600" y="4851400"/>
            <a:ext cx="7391400" cy="1422400"/>
          </a:xfrm>
          <a:custGeom>
            <a:avLst/>
            <a:gdLst/>
            <a:ahLst/>
            <a:cxnLst/>
            <a:rect l="l" t="t" r="r" b="b"/>
            <a:pathLst>
              <a:path w="7391400" h="1422400">
                <a:moveTo>
                  <a:pt x="50800" y="0"/>
                </a:moveTo>
                <a:lnTo>
                  <a:pt x="7239004" y="0"/>
                </a:lnTo>
                <a:cubicBezTo>
                  <a:pt x="7323170" y="0"/>
                  <a:pt x="7391400" y="68230"/>
                  <a:pt x="7391400" y="152396"/>
                </a:cubicBezTo>
                <a:lnTo>
                  <a:pt x="7391400" y="1270004"/>
                </a:lnTo>
                <a:cubicBezTo>
                  <a:pt x="7391400" y="1354170"/>
                  <a:pt x="7323170" y="1422400"/>
                  <a:pt x="7239004" y="1422400"/>
                </a:cubicBezTo>
                <a:lnTo>
                  <a:pt x="50800" y="1422400"/>
                </a:lnTo>
                <a:cubicBezTo>
                  <a:pt x="22744" y="1422400"/>
                  <a:pt x="0" y="1399656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356600" y="48514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686800" y="5257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813800" y="5359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99600" y="5156200"/>
            <a:ext cx="609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API接口设计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99600" y="5664200"/>
            <a:ext cx="604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RESTful API规范与接口速览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6680200"/>
            <a:ext cx="7391400" cy="1422400"/>
          </a:xfrm>
          <a:custGeom>
            <a:avLst/>
            <a:gdLst/>
            <a:ahLst/>
            <a:cxnLst/>
            <a:rect l="l" t="t" r="r" b="b"/>
            <a:pathLst>
              <a:path w="7391400" h="1422400">
                <a:moveTo>
                  <a:pt x="50800" y="0"/>
                </a:moveTo>
                <a:lnTo>
                  <a:pt x="7239004" y="0"/>
                </a:lnTo>
                <a:cubicBezTo>
                  <a:pt x="7323170" y="0"/>
                  <a:pt x="7391400" y="68230"/>
                  <a:pt x="7391400" y="152396"/>
                </a:cubicBezTo>
                <a:lnTo>
                  <a:pt x="7391400" y="1270004"/>
                </a:lnTo>
                <a:cubicBezTo>
                  <a:pt x="7391400" y="1354170"/>
                  <a:pt x="7323170" y="1422400"/>
                  <a:pt x="7239004" y="1422400"/>
                </a:cubicBezTo>
                <a:lnTo>
                  <a:pt x="50800" y="1422400"/>
                </a:lnTo>
                <a:cubicBezTo>
                  <a:pt x="22744" y="1422400"/>
                  <a:pt x="0" y="1399656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33400" y="66802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3600" y="7086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90600" y="7188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76400" y="6985000"/>
            <a:ext cx="609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认证与权限机制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676400" y="7493000"/>
            <a:ext cx="604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JWT认证与角色权限控制策略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56600" y="6680200"/>
            <a:ext cx="7391400" cy="1422400"/>
          </a:xfrm>
          <a:custGeom>
            <a:avLst/>
            <a:gdLst/>
            <a:ahLst/>
            <a:cxnLst/>
            <a:rect l="l" t="t" r="r" b="b"/>
            <a:pathLst>
              <a:path w="7391400" h="1422400">
                <a:moveTo>
                  <a:pt x="50800" y="0"/>
                </a:moveTo>
                <a:lnTo>
                  <a:pt x="7239004" y="0"/>
                </a:lnTo>
                <a:cubicBezTo>
                  <a:pt x="7323170" y="0"/>
                  <a:pt x="7391400" y="68230"/>
                  <a:pt x="7391400" y="152396"/>
                </a:cubicBezTo>
                <a:lnTo>
                  <a:pt x="7391400" y="1270004"/>
                </a:lnTo>
                <a:cubicBezTo>
                  <a:pt x="7391400" y="1354170"/>
                  <a:pt x="7323170" y="1422400"/>
                  <a:pt x="7239004" y="1422400"/>
                </a:cubicBezTo>
                <a:lnTo>
                  <a:pt x="50800" y="1422400"/>
                </a:lnTo>
                <a:cubicBezTo>
                  <a:pt x="22744" y="1422400"/>
                  <a:pt x="0" y="1399656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356600" y="66802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686800" y="7086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813800" y="7188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99600" y="6985000"/>
            <a:ext cx="609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实习收获与体会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499600" y="7493000"/>
            <a:ext cx="604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技术能力与工程化思维的全面提升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2451100" cy="419100"/>
          </a:xfrm>
          <a:custGeom>
            <a:avLst/>
            <a:gdLst/>
            <a:ahLst/>
            <a:cxnLst/>
            <a:rect l="l" t="t" r="r" b="b"/>
            <a:pathLst>
              <a:path w="2451100" h="419100">
                <a:moveTo>
                  <a:pt x="50799" y="0"/>
                </a:moveTo>
                <a:lnTo>
                  <a:pt x="2400301" y="0"/>
                </a:lnTo>
                <a:cubicBezTo>
                  <a:pt x="2428356" y="0"/>
                  <a:pt x="2451100" y="22744"/>
                  <a:pt x="2451100" y="50799"/>
                </a:cubicBezTo>
                <a:lnTo>
                  <a:pt x="2451100" y="368301"/>
                </a:lnTo>
                <a:cubicBezTo>
                  <a:pt x="2451100" y="396356"/>
                  <a:pt x="2428356" y="419100"/>
                  <a:pt x="2400301" y="419100"/>
                </a:cubicBezTo>
                <a:lnTo>
                  <a:pt x="50799" y="419100"/>
                </a:lnTo>
                <a:cubicBezTo>
                  <a:pt x="22744" y="419100"/>
                  <a:pt x="0" y="396356"/>
                  <a:pt x="0" y="3683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0400" y="575734"/>
            <a:ext cx="224538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32934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项目概述与核心目标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744134"/>
            <a:ext cx="153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面向企业内部核心资产的分配与调度管理系统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3400" y="2353734"/>
            <a:ext cx="7467600" cy="1828800"/>
          </a:xfrm>
          <a:custGeom>
            <a:avLst/>
            <a:gdLst/>
            <a:ahLst/>
            <a:cxnLst/>
            <a:rect l="l" t="t" r="r" b="b"/>
            <a:pathLst>
              <a:path w="7467600" h="1828800">
                <a:moveTo>
                  <a:pt x="50800" y="0"/>
                </a:moveTo>
                <a:lnTo>
                  <a:pt x="7365992" y="0"/>
                </a:lnTo>
                <a:cubicBezTo>
                  <a:pt x="7422108" y="0"/>
                  <a:pt x="7467600" y="45492"/>
                  <a:pt x="7467600" y="101608"/>
                </a:cubicBezTo>
                <a:lnTo>
                  <a:pt x="7467600" y="1727192"/>
                </a:lnTo>
                <a:cubicBezTo>
                  <a:pt x="7467600" y="1783308"/>
                  <a:pt x="7422108" y="1828800"/>
                  <a:pt x="7365992" y="1828800"/>
                </a:cubicBez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33400" y="2353734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5080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12800" y="260773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39800" y="273473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473200" y="2658534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268134"/>
            <a:ext cx="7035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避免资源在同一时间段被重复分配，确保资产使用的合理性与唯一性。通过智能化调度算法与实时冲突检测，最大化资源利用率，减少人工调度错误。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4436534"/>
            <a:ext cx="7467600" cy="1930400"/>
          </a:xfrm>
          <a:custGeom>
            <a:avLst/>
            <a:gdLst/>
            <a:ahLst/>
            <a:cxnLst/>
            <a:rect l="l" t="t" r="r" b="b"/>
            <a:pathLst>
              <a:path w="7467600" h="1930400">
                <a:moveTo>
                  <a:pt x="50800" y="0"/>
                </a:moveTo>
                <a:lnTo>
                  <a:pt x="7366003" y="0"/>
                </a:lnTo>
                <a:cubicBezTo>
                  <a:pt x="7422113" y="0"/>
                  <a:pt x="7467600" y="45487"/>
                  <a:pt x="7467600" y="101597"/>
                </a:cubicBezTo>
                <a:lnTo>
                  <a:pt x="7467600" y="1828803"/>
                </a:lnTo>
                <a:cubicBezTo>
                  <a:pt x="7467600" y="1884913"/>
                  <a:pt x="7422113" y="1930400"/>
                  <a:pt x="7366003" y="1930400"/>
                </a:cubicBezTo>
                <a:lnTo>
                  <a:pt x="50800" y="1930400"/>
                </a:lnTo>
                <a:cubicBezTo>
                  <a:pt x="22744" y="1930400"/>
                  <a:pt x="0" y="1907656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33400" y="4436534"/>
            <a:ext cx="50800" cy="1930400"/>
          </a:xfrm>
          <a:custGeom>
            <a:avLst/>
            <a:gdLst/>
            <a:ahLst/>
            <a:cxnLst/>
            <a:rect l="l" t="t" r="r" b="b"/>
            <a:pathLst>
              <a:path w="50800" h="1930400">
                <a:moveTo>
                  <a:pt x="50800" y="0"/>
                </a:moveTo>
                <a:lnTo>
                  <a:pt x="50800" y="0"/>
                </a:lnTo>
                <a:lnTo>
                  <a:pt x="50800" y="1930400"/>
                </a:lnTo>
                <a:lnTo>
                  <a:pt x="50800" y="1930400"/>
                </a:lnTo>
                <a:cubicBezTo>
                  <a:pt x="22763" y="1930400"/>
                  <a:pt x="0" y="1907637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12800" y="469053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39800" y="481753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1274" y="-1240"/>
                </a:moveTo>
                <a:cubicBezTo>
                  <a:pt x="121096" y="-6896"/>
                  <a:pt x="133201" y="-6896"/>
                  <a:pt x="143024" y="-1240"/>
                </a:cubicBezTo>
                <a:lnTo>
                  <a:pt x="230287" y="49113"/>
                </a:lnTo>
                <a:cubicBezTo>
                  <a:pt x="240109" y="54769"/>
                  <a:pt x="246162" y="65286"/>
                  <a:pt x="246162" y="76597"/>
                </a:cubicBezTo>
                <a:lnTo>
                  <a:pt x="246162" y="177304"/>
                </a:lnTo>
                <a:cubicBezTo>
                  <a:pt x="246162" y="188664"/>
                  <a:pt x="240109" y="199132"/>
                  <a:pt x="230287" y="204787"/>
                </a:cubicBezTo>
                <a:lnTo>
                  <a:pt x="143024" y="255240"/>
                </a:lnTo>
                <a:cubicBezTo>
                  <a:pt x="133201" y="260896"/>
                  <a:pt x="121096" y="260896"/>
                  <a:pt x="111274" y="255240"/>
                </a:cubicBezTo>
                <a:lnTo>
                  <a:pt x="24061" y="204887"/>
                </a:lnTo>
                <a:cubicBezTo>
                  <a:pt x="14238" y="199231"/>
                  <a:pt x="8186" y="188714"/>
                  <a:pt x="8186" y="177403"/>
                </a:cubicBezTo>
                <a:lnTo>
                  <a:pt x="8186" y="76696"/>
                </a:lnTo>
                <a:cubicBezTo>
                  <a:pt x="8186" y="65336"/>
                  <a:pt x="14238" y="54868"/>
                  <a:pt x="24061" y="49213"/>
                </a:cubicBezTo>
                <a:lnTo>
                  <a:pt x="111274" y="-1240"/>
                </a:lnTo>
                <a:close/>
                <a:moveTo>
                  <a:pt x="214362" y="177354"/>
                </a:moveTo>
                <a:lnTo>
                  <a:pt x="214362" y="94952"/>
                </a:lnTo>
                <a:lnTo>
                  <a:pt x="143024" y="136128"/>
                </a:lnTo>
                <a:lnTo>
                  <a:pt x="143024" y="218529"/>
                </a:lnTo>
                <a:lnTo>
                  <a:pt x="214362" y="177354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473200" y="4741334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管理范围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900" y="5401734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63500"/>
                </a:lnTo>
                <a:cubicBezTo>
                  <a:pt x="0" y="77510"/>
                  <a:pt x="11390" y="88900"/>
                  <a:pt x="25400" y="88900"/>
                </a:cubicBezTo>
                <a:lnTo>
                  <a:pt x="152400" y="88900"/>
                </a:lnTo>
                <a:cubicBezTo>
                  <a:pt x="166410" y="88900"/>
                  <a:pt x="177800" y="77510"/>
                  <a:pt x="177800" y="63500"/>
                </a:cubicBezTo>
                <a:lnTo>
                  <a:pt x="177800" y="38100"/>
                </a:lnTo>
                <a:cubicBezTo>
                  <a:pt x="177800" y="24090"/>
                  <a:pt x="166410" y="12700"/>
                  <a:pt x="152400" y="12700"/>
                </a:cubicBezTo>
                <a:lnTo>
                  <a:pt x="25400" y="12700"/>
                </a:lnTo>
                <a:close/>
                <a:moveTo>
                  <a:pt x="111125" y="41275"/>
                </a:moveTo>
                <a:cubicBezTo>
                  <a:pt x="116382" y="41275"/>
                  <a:pt x="120650" y="45543"/>
                  <a:pt x="120650" y="50800"/>
                </a:cubicBezTo>
                <a:cubicBezTo>
                  <a:pt x="120650" y="56057"/>
                  <a:pt x="116382" y="60325"/>
                  <a:pt x="111125" y="60325"/>
                </a:cubicBezTo>
                <a:cubicBezTo>
                  <a:pt x="105868" y="60325"/>
                  <a:pt x="101600" y="56057"/>
                  <a:pt x="101600" y="50800"/>
                </a:cubicBezTo>
                <a:cubicBezTo>
                  <a:pt x="101600" y="45543"/>
                  <a:pt x="105868" y="41275"/>
                  <a:pt x="111125" y="41275"/>
                </a:cubicBezTo>
                <a:close/>
                <a:moveTo>
                  <a:pt x="133350" y="50800"/>
                </a:moveTo>
                <a:cubicBezTo>
                  <a:pt x="133350" y="45543"/>
                  <a:pt x="137618" y="41275"/>
                  <a:pt x="142875" y="41275"/>
                </a:cubicBezTo>
                <a:cubicBezTo>
                  <a:pt x="148132" y="41275"/>
                  <a:pt x="152400" y="45543"/>
                  <a:pt x="152400" y="50800"/>
                </a:cubicBezTo>
                <a:cubicBezTo>
                  <a:pt x="152400" y="56057"/>
                  <a:pt x="148132" y="60325"/>
                  <a:pt x="142875" y="60325"/>
                </a:cubicBezTo>
                <a:cubicBezTo>
                  <a:pt x="137618" y="60325"/>
                  <a:pt x="133350" y="56057"/>
                  <a:pt x="133350" y="50800"/>
                </a:cubicBezTo>
                <a:close/>
                <a:moveTo>
                  <a:pt x="25400" y="114300"/>
                </a:moveTo>
                <a:cubicBezTo>
                  <a:pt x="11390" y="114300"/>
                  <a:pt x="0" y="125690"/>
                  <a:pt x="0" y="1397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139700"/>
                </a:lnTo>
                <a:cubicBezTo>
                  <a:pt x="177800" y="125690"/>
                  <a:pt x="166410" y="114300"/>
                  <a:pt x="152400" y="114300"/>
                </a:cubicBezTo>
                <a:lnTo>
                  <a:pt x="25400" y="114300"/>
                </a:lnTo>
                <a:close/>
                <a:moveTo>
                  <a:pt x="111125" y="142875"/>
                </a:moveTo>
                <a:cubicBezTo>
                  <a:pt x="116382" y="142875"/>
                  <a:pt x="120650" y="147143"/>
                  <a:pt x="120650" y="152400"/>
                </a:cubicBezTo>
                <a:cubicBezTo>
                  <a:pt x="120650" y="157657"/>
                  <a:pt x="116382" y="161925"/>
                  <a:pt x="111125" y="161925"/>
                </a:cubicBezTo>
                <a:cubicBezTo>
                  <a:pt x="105868" y="161925"/>
                  <a:pt x="101600" y="157657"/>
                  <a:pt x="101600" y="152400"/>
                </a:cubicBezTo>
                <a:cubicBezTo>
                  <a:pt x="101600" y="147143"/>
                  <a:pt x="105868" y="142875"/>
                  <a:pt x="111125" y="142875"/>
                </a:cubicBezTo>
                <a:close/>
                <a:moveTo>
                  <a:pt x="133350" y="152400"/>
                </a:moveTo>
                <a:cubicBezTo>
                  <a:pt x="133350" y="147143"/>
                  <a:pt x="137618" y="142875"/>
                  <a:pt x="142875" y="142875"/>
                </a:cubicBezTo>
                <a:cubicBezTo>
                  <a:pt x="148132" y="142875"/>
                  <a:pt x="152400" y="147143"/>
                  <a:pt x="152400" y="152400"/>
                </a:cubicBezTo>
                <a:cubicBezTo>
                  <a:pt x="152400" y="157657"/>
                  <a:pt x="148132" y="161925"/>
                  <a:pt x="142875" y="161925"/>
                </a:cubicBezTo>
                <a:cubicBezTo>
                  <a:pt x="137618" y="161925"/>
                  <a:pt x="133350" y="157657"/>
                  <a:pt x="133350" y="15240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68400" y="5350934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94200" y="5401734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14300" y="25400"/>
                </a:moveTo>
                <a:lnTo>
                  <a:pt x="139700" y="25400"/>
                </a:lnTo>
                <a:lnTo>
                  <a:pt x="139700" y="190500"/>
                </a:lnTo>
                <a:cubicBezTo>
                  <a:pt x="139700" y="197525"/>
                  <a:pt x="145375" y="203200"/>
                  <a:pt x="152400" y="203200"/>
                </a:cubicBezTo>
                <a:lnTo>
                  <a:pt x="165100" y="203200"/>
                </a:lnTo>
                <a:cubicBezTo>
                  <a:pt x="172125" y="203200"/>
                  <a:pt x="177800" y="197525"/>
                  <a:pt x="177800" y="190500"/>
                </a:cubicBezTo>
                <a:cubicBezTo>
                  <a:pt x="177800" y="183475"/>
                  <a:pt x="172125" y="177800"/>
                  <a:pt x="165100" y="177800"/>
                </a:cubicBezTo>
                <a:lnTo>
                  <a:pt x="165100" y="25400"/>
                </a:lnTo>
                <a:cubicBezTo>
                  <a:pt x="165100" y="11390"/>
                  <a:pt x="153710" y="0"/>
                  <a:pt x="139700" y="0"/>
                </a:cubicBezTo>
                <a:lnTo>
                  <a:pt x="101600" y="0"/>
                </a:lnTo>
                <a:lnTo>
                  <a:pt x="101600" y="0"/>
                </a:lnTo>
                <a:lnTo>
                  <a:pt x="38100" y="0"/>
                </a:lnTo>
                <a:cubicBezTo>
                  <a:pt x="24090" y="0"/>
                  <a:pt x="12700" y="11390"/>
                  <a:pt x="12700" y="25400"/>
                </a:cubicBezTo>
                <a:lnTo>
                  <a:pt x="12700" y="177800"/>
                </a:lnTo>
                <a:cubicBezTo>
                  <a:pt x="5675" y="177800"/>
                  <a:pt x="0" y="183475"/>
                  <a:pt x="0" y="190500"/>
                </a:cubicBezTo>
                <a:cubicBezTo>
                  <a:pt x="0" y="197525"/>
                  <a:pt x="5675" y="203200"/>
                  <a:pt x="12700" y="203200"/>
                </a:cubicBezTo>
                <a:lnTo>
                  <a:pt x="101600" y="203200"/>
                </a:lnTo>
                <a:cubicBezTo>
                  <a:pt x="108625" y="203200"/>
                  <a:pt x="114300" y="197525"/>
                  <a:pt x="114300" y="190500"/>
                </a:cubicBezTo>
                <a:lnTo>
                  <a:pt x="114300" y="25400"/>
                </a:lnTo>
                <a:close/>
                <a:moveTo>
                  <a:pt x="63500" y="101600"/>
                </a:moveTo>
                <a:cubicBezTo>
                  <a:pt x="63500" y="94591"/>
                  <a:pt x="69191" y="88900"/>
                  <a:pt x="76200" y="88900"/>
                </a:cubicBezTo>
                <a:cubicBezTo>
                  <a:pt x="83209" y="88900"/>
                  <a:pt x="88900" y="94591"/>
                  <a:pt x="88900" y="101600"/>
                </a:cubicBezTo>
                <a:cubicBezTo>
                  <a:pt x="88900" y="108609"/>
                  <a:pt x="83209" y="114300"/>
                  <a:pt x="76200" y="114300"/>
                </a:cubicBezTo>
                <a:cubicBezTo>
                  <a:pt x="69191" y="114300"/>
                  <a:pt x="63500" y="108609"/>
                  <a:pt x="63500" y="10160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711700" y="5350934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会议室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" y="5858934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50800" y="12700"/>
                </a:moveTo>
                <a:cubicBezTo>
                  <a:pt x="36790" y="12700"/>
                  <a:pt x="25400" y="24090"/>
                  <a:pt x="25400" y="38100"/>
                </a:cubicBezTo>
                <a:lnTo>
                  <a:pt x="25400" y="133350"/>
                </a:lnTo>
                <a:lnTo>
                  <a:pt x="50800" y="133350"/>
                </a:lnTo>
                <a:lnTo>
                  <a:pt x="50800" y="38100"/>
                </a:lnTo>
                <a:lnTo>
                  <a:pt x="203200" y="38100"/>
                </a:lnTo>
                <a:lnTo>
                  <a:pt x="203200" y="133350"/>
                </a:lnTo>
                <a:lnTo>
                  <a:pt x="228600" y="133350"/>
                </a:lnTo>
                <a:lnTo>
                  <a:pt x="228600" y="38100"/>
                </a:lnTo>
                <a:cubicBezTo>
                  <a:pt x="228600" y="24090"/>
                  <a:pt x="217210" y="12700"/>
                  <a:pt x="203200" y="12700"/>
                </a:cubicBezTo>
                <a:lnTo>
                  <a:pt x="50800" y="12700"/>
                </a:lnTo>
                <a:close/>
                <a:moveTo>
                  <a:pt x="7620" y="152400"/>
                </a:moveTo>
                <a:cubicBezTo>
                  <a:pt x="3413" y="152400"/>
                  <a:pt x="0" y="155813"/>
                  <a:pt x="0" y="160020"/>
                </a:cubicBezTo>
                <a:cubicBezTo>
                  <a:pt x="0" y="176848"/>
                  <a:pt x="13652" y="190500"/>
                  <a:pt x="30480" y="190500"/>
                </a:cubicBezTo>
                <a:lnTo>
                  <a:pt x="223520" y="190500"/>
                </a:lnTo>
                <a:cubicBezTo>
                  <a:pt x="240347" y="190500"/>
                  <a:pt x="254000" y="176848"/>
                  <a:pt x="254000" y="160020"/>
                </a:cubicBezTo>
                <a:cubicBezTo>
                  <a:pt x="254000" y="155813"/>
                  <a:pt x="250587" y="152400"/>
                  <a:pt x="246380" y="152400"/>
                </a:cubicBezTo>
                <a:lnTo>
                  <a:pt x="7620" y="15240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68400" y="5808134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办公设备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81500" y="585893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92075" y="136525"/>
                </a:moveTo>
                <a:lnTo>
                  <a:pt x="92075" y="111125"/>
                </a:lnTo>
                <a:lnTo>
                  <a:pt x="66675" y="111125"/>
                </a:lnTo>
                <a:cubicBezTo>
                  <a:pt x="61397" y="111125"/>
                  <a:pt x="57150" y="106878"/>
                  <a:pt x="57150" y="101600"/>
                </a:cubicBezTo>
                <a:cubicBezTo>
                  <a:pt x="57150" y="96322"/>
                  <a:pt x="61397" y="92075"/>
                  <a:pt x="66675" y="92075"/>
                </a:cubicBezTo>
                <a:lnTo>
                  <a:pt x="92075" y="92075"/>
                </a:lnTo>
                <a:lnTo>
                  <a:pt x="92075" y="66675"/>
                </a:lnTo>
                <a:cubicBezTo>
                  <a:pt x="92075" y="61397"/>
                  <a:pt x="96322" y="57150"/>
                  <a:pt x="101600" y="57150"/>
                </a:cubicBezTo>
                <a:cubicBezTo>
                  <a:pt x="106878" y="57150"/>
                  <a:pt x="111125" y="61397"/>
                  <a:pt x="111125" y="66675"/>
                </a:cubicBezTo>
                <a:lnTo>
                  <a:pt x="111125" y="92075"/>
                </a:lnTo>
                <a:lnTo>
                  <a:pt x="136525" y="92075"/>
                </a:lnTo>
                <a:cubicBezTo>
                  <a:pt x="141803" y="92075"/>
                  <a:pt x="146050" y="96322"/>
                  <a:pt x="146050" y="101600"/>
                </a:cubicBezTo>
                <a:cubicBezTo>
                  <a:pt x="146050" y="106878"/>
                  <a:pt x="141803" y="111125"/>
                  <a:pt x="136525" y="111125"/>
                </a:cubicBezTo>
                <a:lnTo>
                  <a:pt x="111125" y="111125"/>
                </a:lnTo>
                <a:lnTo>
                  <a:pt x="111125" y="136525"/>
                </a:lnTo>
                <a:cubicBezTo>
                  <a:pt x="111125" y="141803"/>
                  <a:pt x="106878" y="146050"/>
                  <a:pt x="101600" y="146050"/>
                </a:cubicBezTo>
                <a:cubicBezTo>
                  <a:pt x="96322" y="146050"/>
                  <a:pt x="92075" y="141803"/>
                  <a:pt x="92075" y="13652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711700" y="5808134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其他资产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80400" y="2353734"/>
            <a:ext cx="7467600" cy="4013200"/>
          </a:xfrm>
          <a:custGeom>
            <a:avLst/>
            <a:gdLst/>
            <a:ahLst/>
            <a:cxnLst/>
            <a:rect l="l" t="t" r="r" b="b"/>
            <a:pathLst>
              <a:path w="7467600" h="4013200">
                <a:moveTo>
                  <a:pt x="50800" y="0"/>
                </a:moveTo>
                <a:lnTo>
                  <a:pt x="7365986" y="0"/>
                </a:lnTo>
                <a:cubicBezTo>
                  <a:pt x="7422106" y="0"/>
                  <a:pt x="7467600" y="45494"/>
                  <a:pt x="7467600" y="101614"/>
                </a:cubicBezTo>
                <a:lnTo>
                  <a:pt x="7467600" y="3911586"/>
                </a:lnTo>
                <a:cubicBezTo>
                  <a:pt x="7467600" y="3967706"/>
                  <a:pt x="7422106" y="4013200"/>
                  <a:pt x="7365986" y="4013200"/>
                </a:cubicBezTo>
                <a:lnTo>
                  <a:pt x="50800" y="4013200"/>
                </a:lnTo>
                <a:cubicBezTo>
                  <a:pt x="22744" y="4013200"/>
                  <a:pt x="0" y="3990456"/>
                  <a:pt x="0" y="396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280400" y="2353734"/>
            <a:ext cx="50800" cy="4013200"/>
          </a:xfrm>
          <a:custGeom>
            <a:avLst/>
            <a:gdLst/>
            <a:ahLst/>
            <a:cxnLst/>
            <a:rect l="l" t="t" r="r" b="b"/>
            <a:pathLst>
              <a:path w="50800" h="4013200">
                <a:moveTo>
                  <a:pt x="50800" y="0"/>
                </a:moveTo>
                <a:lnTo>
                  <a:pt x="50800" y="0"/>
                </a:lnTo>
                <a:lnTo>
                  <a:pt x="50800" y="4013200"/>
                </a:lnTo>
                <a:lnTo>
                  <a:pt x="50800" y="4013200"/>
                </a:lnTo>
                <a:cubicBezTo>
                  <a:pt x="22763" y="4013200"/>
                  <a:pt x="0" y="3990437"/>
                  <a:pt x="0" y="396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559800" y="260773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686800" y="273473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6377" y="18008"/>
                </a:moveTo>
                <a:cubicBezTo>
                  <a:pt x="71785" y="21779"/>
                  <a:pt x="73075" y="29220"/>
                  <a:pt x="69304" y="34578"/>
                </a:cubicBezTo>
                <a:lnTo>
                  <a:pt x="41523" y="74265"/>
                </a:lnTo>
                <a:cubicBezTo>
                  <a:pt x="39489" y="77143"/>
                  <a:pt x="36314" y="78978"/>
                  <a:pt x="32792" y="79276"/>
                </a:cubicBezTo>
                <a:cubicBezTo>
                  <a:pt x="29270" y="79573"/>
                  <a:pt x="25797" y="78383"/>
                  <a:pt x="23316" y="75902"/>
                </a:cubicBezTo>
                <a:lnTo>
                  <a:pt x="3473" y="56059"/>
                </a:lnTo>
                <a:cubicBezTo>
                  <a:pt x="-1141" y="51395"/>
                  <a:pt x="-1141" y="43855"/>
                  <a:pt x="3473" y="39191"/>
                </a:cubicBezTo>
                <a:cubicBezTo>
                  <a:pt x="8086" y="34528"/>
                  <a:pt x="15677" y="34578"/>
                  <a:pt x="20340" y="39191"/>
                </a:cubicBezTo>
                <a:lnTo>
                  <a:pt x="30163" y="49014"/>
                </a:lnTo>
                <a:lnTo>
                  <a:pt x="49808" y="20935"/>
                </a:lnTo>
                <a:cubicBezTo>
                  <a:pt x="53578" y="15528"/>
                  <a:pt x="61020" y="14238"/>
                  <a:pt x="66377" y="18008"/>
                </a:cubicBezTo>
                <a:close/>
                <a:moveTo>
                  <a:pt x="66377" y="97383"/>
                </a:moveTo>
                <a:cubicBezTo>
                  <a:pt x="71785" y="101154"/>
                  <a:pt x="73075" y="108595"/>
                  <a:pt x="69304" y="113953"/>
                </a:cubicBezTo>
                <a:lnTo>
                  <a:pt x="41523" y="153640"/>
                </a:lnTo>
                <a:cubicBezTo>
                  <a:pt x="39489" y="156518"/>
                  <a:pt x="36314" y="158353"/>
                  <a:pt x="32792" y="158651"/>
                </a:cubicBezTo>
                <a:cubicBezTo>
                  <a:pt x="29270" y="158948"/>
                  <a:pt x="25797" y="157758"/>
                  <a:pt x="23316" y="155277"/>
                </a:cubicBezTo>
                <a:lnTo>
                  <a:pt x="3473" y="135434"/>
                </a:lnTo>
                <a:cubicBezTo>
                  <a:pt x="-1191" y="130770"/>
                  <a:pt x="-1191" y="123230"/>
                  <a:pt x="3473" y="118616"/>
                </a:cubicBezTo>
                <a:cubicBezTo>
                  <a:pt x="8136" y="114002"/>
                  <a:pt x="15677" y="113953"/>
                  <a:pt x="20290" y="118616"/>
                </a:cubicBezTo>
                <a:lnTo>
                  <a:pt x="30113" y="128439"/>
                </a:lnTo>
                <a:lnTo>
                  <a:pt x="49758" y="100360"/>
                </a:lnTo>
                <a:cubicBezTo>
                  <a:pt x="53529" y="94952"/>
                  <a:pt x="60970" y="93662"/>
                  <a:pt x="66328" y="97433"/>
                </a:cubicBezTo>
                <a:close/>
                <a:moveTo>
                  <a:pt x="111125" y="47625"/>
                </a:moveTo>
                <a:cubicBezTo>
                  <a:pt x="111125" y="38844"/>
                  <a:pt x="118219" y="31750"/>
                  <a:pt x="127000" y="31750"/>
                </a:cubicBezTo>
                <a:lnTo>
                  <a:pt x="238125" y="31750"/>
                </a:lnTo>
                <a:cubicBezTo>
                  <a:pt x="246906" y="31750"/>
                  <a:pt x="254000" y="38844"/>
                  <a:pt x="254000" y="47625"/>
                </a:cubicBezTo>
                <a:cubicBezTo>
                  <a:pt x="254000" y="56406"/>
                  <a:pt x="246906" y="63500"/>
                  <a:pt x="238125" y="63500"/>
                </a:cubicBezTo>
                <a:lnTo>
                  <a:pt x="127000" y="63500"/>
                </a:lnTo>
                <a:cubicBezTo>
                  <a:pt x="118219" y="63500"/>
                  <a:pt x="111125" y="56406"/>
                  <a:pt x="111125" y="47625"/>
                </a:cubicBezTo>
                <a:close/>
                <a:moveTo>
                  <a:pt x="111125" y="127000"/>
                </a:moveTo>
                <a:cubicBezTo>
                  <a:pt x="111125" y="118219"/>
                  <a:pt x="118219" y="111125"/>
                  <a:pt x="127000" y="111125"/>
                </a:cubicBezTo>
                <a:lnTo>
                  <a:pt x="238125" y="111125"/>
                </a:lnTo>
                <a:cubicBezTo>
                  <a:pt x="246906" y="111125"/>
                  <a:pt x="254000" y="118219"/>
                  <a:pt x="254000" y="127000"/>
                </a:cubicBezTo>
                <a:cubicBezTo>
                  <a:pt x="254000" y="135781"/>
                  <a:pt x="246906" y="142875"/>
                  <a:pt x="238125" y="142875"/>
                </a:cubicBezTo>
                <a:lnTo>
                  <a:pt x="127000" y="142875"/>
                </a:lnTo>
                <a:cubicBezTo>
                  <a:pt x="118219" y="142875"/>
                  <a:pt x="111125" y="135781"/>
                  <a:pt x="111125" y="127000"/>
                </a:cubicBezTo>
                <a:close/>
                <a:moveTo>
                  <a:pt x="79375" y="206375"/>
                </a:moveTo>
                <a:cubicBezTo>
                  <a:pt x="79375" y="197594"/>
                  <a:pt x="86469" y="190500"/>
                  <a:pt x="95250" y="190500"/>
                </a:cubicBezTo>
                <a:lnTo>
                  <a:pt x="238125" y="190500"/>
                </a:lnTo>
                <a:cubicBezTo>
                  <a:pt x="246906" y="190500"/>
                  <a:pt x="254000" y="197594"/>
                  <a:pt x="254000" y="206375"/>
                </a:cubicBezTo>
                <a:cubicBezTo>
                  <a:pt x="254000" y="215156"/>
                  <a:pt x="246906" y="222250"/>
                  <a:pt x="238125" y="222250"/>
                </a:cubicBezTo>
                <a:lnTo>
                  <a:pt x="95250" y="222250"/>
                </a:lnTo>
                <a:cubicBezTo>
                  <a:pt x="86469" y="222250"/>
                  <a:pt x="79375" y="215156"/>
                  <a:pt x="79375" y="206375"/>
                </a:cubicBezTo>
                <a:close/>
                <a:moveTo>
                  <a:pt x="31750" y="186531"/>
                </a:moveTo>
                <a:cubicBezTo>
                  <a:pt x="42702" y="186531"/>
                  <a:pt x="51594" y="195423"/>
                  <a:pt x="51594" y="206375"/>
                </a:cubicBezTo>
                <a:cubicBezTo>
                  <a:pt x="51594" y="217327"/>
                  <a:pt x="42702" y="226219"/>
                  <a:pt x="31750" y="226219"/>
                </a:cubicBezTo>
                <a:cubicBezTo>
                  <a:pt x="20798" y="226219"/>
                  <a:pt x="11906" y="217327"/>
                  <a:pt x="11906" y="206375"/>
                </a:cubicBezTo>
                <a:cubicBezTo>
                  <a:pt x="11906" y="195423"/>
                  <a:pt x="20798" y="186531"/>
                  <a:pt x="31750" y="186531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220200" y="2658534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统一管理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59800" y="332528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661400" y="3376084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18600" y="3325284"/>
            <a:ext cx="275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资源信息管理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18600" y="3680884"/>
            <a:ext cx="2743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维护完整资源档案与分类体系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59800" y="402378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644467" y="4074584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18600" y="4023784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项目关联管理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18600" y="4379384"/>
            <a:ext cx="254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建立资源与项目的关联关系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59800" y="472228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640234" y="4773084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18600" y="4722284"/>
            <a:ext cx="214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维护窗口管理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18600" y="5077884"/>
            <a:ext cx="213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规划维护时段避免冲突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59800" y="542078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640234" y="5471584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18600" y="5420784"/>
            <a:ext cx="194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用户权限管理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18600" y="5776384"/>
            <a:ext cx="1930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提供安全的访问控制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071" y="487071"/>
            <a:ext cx="2423179" cy="401834"/>
          </a:xfrm>
          <a:custGeom>
            <a:avLst/>
            <a:gdLst/>
            <a:ahLst/>
            <a:cxnLst/>
            <a:rect l="l" t="t" r="r" b="b"/>
            <a:pathLst>
              <a:path w="2423179" h="401834">
                <a:moveTo>
                  <a:pt x="48706" y="0"/>
                </a:moveTo>
                <a:lnTo>
                  <a:pt x="2374473" y="0"/>
                </a:lnTo>
                <a:cubicBezTo>
                  <a:pt x="2401372" y="0"/>
                  <a:pt x="2423179" y="21807"/>
                  <a:pt x="2423179" y="48706"/>
                </a:cubicBezTo>
                <a:lnTo>
                  <a:pt x="2423179" y="353127"/>
                </a:lnTo>
                <a:cubicBezTo>
                  <a:pt x="2423179" y="380027"/>
                  <a:pt x="2401372" y="401834"/>
                  <a:pt x="2374473" y="401834"/>
                </a:cubicBezTo>
                <a:lnTo>
                  <a:pt x="48706" y="401834"/>
                </a:lnTo>
                <a:cubicBezTo>
                  <a:pt x="21807" y="401834"/>
                  <a:pt x="0" y="380027"/>
                  <a:pt x="0" y="353127"/>
                </a:cubicBezTo>
                <a:lnTo>
                  <a:pt x="0" y="48706"/>
                </a:lnTo>
                <a:cubicBezTo>
                  <a:pt x="0" y="21825"/>
                  <a:pt x="21825" y="0"/>
                  <a:pt x="48706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3193" y="552016"/>
            <a:ext cx="2234058" cy="28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b="1" kern="0" spc="77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7071" y="990380"/>
            <a:ext cx="15574100" cy="584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602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技术栈与架构选型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7071" y="1672280"/>
            <a:ext cx="15403625" cy="34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8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现代化的全栈技术组合，确保系统的高性能与可维护性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7071" y="2232411"/>
            <a:ext cx="4968126" cy="5625672"/>
          </a:xfrm>
          <a:custGeom>
            <a:avLst/>
            <a:gdLst/>
            <a:ahLst/>
            <a:cxnLst/>
            <a:rect l="l" t="t" r="r" b="b"/>
            <a:pathLst>
              <a:path w="4968126" h="5625672">
                <a:moveTo>
                  <a:pt x="48707" y="0"/>
                </a:moveTo>
                <a:lnTo>
                  <a:pt x="4919419" y="0"/>
                </a:lnTo>
                <a:cubicBezTo>
                  <a:pt x="4946319" y="0"/>
                  <a:pt x="4968126" y="21807"/>
                  <a:pt x="4968126" y="48707"/>
                </a:cubicBezTo>
                <a:lnTo>
                  <a:pt x="4968126" y="5528247"/>
                </a:lnTo>
                <a:cubicBezTo>
                  <a:pt x="4968126" y="5582053"/>
                  <a:pt x="4924507" y="5625672"/>
                  <a:pt x="4870701" y="5625672"/>
                </a:cubicBezTo>
                <a:lnTo>
                  <a:pt x="97425" y="5625672"/>
                </a:lnTo>
                <a:cubicBezTo>
                  <a:pt x="43619" y="5625672"/>
                  <a:pt x="0" y="5582053"/>
                  <a:pt x="0" y="5528247"/>
                </a:cubicBezTo>
                <a:lnTo>
                  <a:pt x="0" y="48707"/>
                </a:lnTo>
                <a:cubicBezTo>
                  <a:pt x="0" y="21807"/>
                  <a:pt x="21807" y="0"/>
                  <a:pt x="4870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87071" y="2232411"/>
            <a:ext cx="4968126" cy="48707"/>
          </a:xfrm>
          <a:custGeom>
            <a:avLst/>
            <a:gdLst/>
            <a:ahLst/>
            <a:cxnLst/>
            <a:rect l="l" t="t" r="r" b="b"/>
            <a:pathLst>
              <a:path w="4968126" h="48707">
                <a:moveTo>
                  <a:pt x="48707" y="0"/>
                </a:moveTo>
                <a:lnTo>
                  <a:pt x="4919419" y="0"/>
                </a:lnTo>
                <a:cubicBezTo>
                  <a:pt x="4946319" y="0"/>
                  <a:pt x="4968126" y="21807"/>
                  <a:pt x="4968126" y="48707"/>
                </a:cubicBezTo>
                <a:lnTo>
                  <a:pt x="4968126" y="48707"/>
                </a:lnTo>
                <a:lnTo>
                  <a:pt x="0" y="48707"/>
                </a:lnTo>
                <a:lnTo>
                  <a:pt x="0" y="48707"/>
                </a:lnTo>
                <a:cubicBezTo>
                  <a:pt x="0" y="21825"/>
                  <a:pt x="21825" y="0"/>
                  <a:pt x="4870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30607" y="2500301"/>
            <a:ext cx="584485" cy="584485"/>
          </a:xfrm>
          <a:custGeom>
            <a:avLst/>
            <a:gdLst/>
            <a:ahLst/>
            <a:cxnLst/>
            <a:rect l="l" t="t" r="r" b="b"/>
            <a:pathLst>
              <a:path w="584485" h="584485">
                <a:moveTo>
                  <a:pt x="97416" y="0"/>
                </a:moveTo>
                <a:lnTo>
                  <a:pt x="487069" y="0"/>
                </a:lnTo>
                <a:cubicBezTo>
                  <a:pt x="540871" y="0"/>
                  <a:pt x="584485" y="43615"/>
                  <a:pt x="584485" y="97416"/>
                </a:cubicBezTo>
                <a:lnTo>
                  <a:pt x="584485" y="487069"/>
                </a:lnTo>
                <a:cubicBezTo>
                  <a:pt x="584485" y="540871"/>
                  <a:pt x="540871" y="584485"/>
                  <a:pt x="487069" y="584485"/>
                </a:cubicBezTo>
                <a:lnTo>
                  <a:pt x="97416" y="584485"/>
                </a:lnTo>
                <a:cubicBezTo>
                  <a:pt x="43615" y="584485"/>
                  <a:pt x="0" y="540871"/>
                  <a:pt x="0" y="487069"/>
                </a:cubicBezTo>
                <a:lnTo>
                  <a:pt x="0" y="97416"/>
                </a:lnTo>
                <a:cubicBezTo>
                  <a:pt x="0" y="43651"/>
                  <a:pt x="43651" y="0"/>
                  <a:pt x="9741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94993" y="2646422"/>
            <a:ext cx="255712" cy="292243"/>
          </a:xfrm>
          <a:custGeom>
            <a:avLst/>
            <a:gdLst/>
            <a:ahLst/>
            <a:cxnLst/>
            <a:rect l="l" t="t" r="r" b="b"/>
            <a:pathLst>
              <a:path w="255712" h="292243">
                <a:moveTo>
                  <a:pt x="36530" y="18265"/>
                </a:moveTo>
                <a:cubicBezTo>
                  <a:pt x="16382" y="18265"/>
                  <a:pt x="0" y="34647"/>
                  <a:pt x="0" y="54796"/>
                </a:cubicBezTo>
                <a:lnTo>
                  <a:pt x="0" y="91326"/>
                </a:lnTo>
                <a:cubicBezTo>
                  <a:pt x="0" y="111475"/>
                  <a:pt x="16382" y="127856"/>
                  <a:pt x="36530" y="127856"/>
                </a:cubicBezTo>
                <a:lnTo>
                  <a:pt x="219182" y="127856"/>
                </a:lnTo>
                <a:cubicBezTo>
                  <a:pt x="239331" y="127856"/>
                  <a:pt x="255712" y="111475"/>
                  <a:pt x="255712" y="91326"/>
                </a:cubicBezTo>
                <a:lnTo>
                  <a:pt x="255712" y="54796"/>
                </a:lnTo>
                <a:cubicBezTo>
                  <a:pt x="255712" y="34647"/>
                  <a:pt x="239331" y="18265"/>
                  <a:pt x="219182" y="18265"/>
                </a:cubicBezTo>
                <a:lnTo>
                  <a:pt x="36530" y="18265"/>
                </a:lnTo>
                <a:close/>
                <a:moveTo>
                  <a:pt x="159820" y="59362"/>
                </a:moveTo>
                <a:cubicBezTo>
                  <a:pt x="167381" y="59362"/>
                  <a:pt x="173519" y="65500"/>
                  <a:pt x="173519" y="73061"/>
                </a:cubicBezTo>
                <a:cubicBezTo>
                  <a:pt x="173519" y="80621"/>
                  <a:pt x="167381" y="86760"/>
                  <a:pt x="159820" y="86760"/>
                </a:cubicBezTo>
                <a:cubicBezTo>
                  <a:pt x="152260" y="86760"/>
                  <a:pt x="146121" y="80621"/>
                  <a:pt x="146121" y="73061"/>
                </a:cubicBezTo>
                <a:cubicBezTo>
                  <a:pt x="146121" y="65500"/>
                  <a:pt x="152260" y="59362"/>
                  <a:pt x="159820" y="59362"/>
                </a:cubicBezTo>
                <a:close/>
                <a:moveTo>
                  <a:pt x="191784" y="73061"/>
                </a:moveTo>
                <a:cubicBezTo>
                  <a:pt x="191784" y="65500"/>
                  <a:pt x="197923" y="59362"/>
                  <a:pt x="205483" y="59362"/>
                </a:cubicBezTo>
                <a:cubicBezTo>
                  <a:pt x="213044" y="59362"/>
                  <a:pt x="219182" y="65500"/>
                  <a:pt x="219182" y="73061"/>
                </a:cubicBezTo>
                <a:cubicBezTo>
                  <a:pt x="219182" y="80621"/>
                  <a:pt x="213044" y="86760"/>
                  <a:pt x="205483" y="86760"/>
                </a:cubicBezTo>
                <a:cubicBezTo>
                  <a:pt x="197923" y="86760"/>
                  <a:pt x="191784" y="80621"/>
                  <a:pt x="191784" y="73061"/>
                </a:cubicBezTo>
                <a:close/>
                <a:moveTo>
                  <a:pt x="36530" y="164387"/>
                </a:moveTo>
                <a:cubicBezTo>
                  <a:pt x="16382" y="164387"/>
                  <a:pt x="0" y="180768"/>
                  <a:pt x="0" y="200917"/>
                </a:cubicBezTo>
                <a:lnTo>
                  <a:pt x="0" y="237447"/>
                </a:lnTo>
                <a:cubicBezTo>
                  <a:pt x="0" y="257596"/>
                  <a:pt x="16382" y="273978"/>
                  <a:pt x="36530" y="273978"/>
                </a:cubicBezTo>
                <a:lnTo>
                  <a:pt x="219182" y="273978"/>
                </a:lnTo>
                <a:cubicBezTo>
                  <a:pt x="239331" y="273978"/>
                  <a:pt x="255712" y="257596"/>
                  <a:pt x="255712" y="237447"/>
                </a:cubicBezTo>
                <a:lnTo>
                  <a:pt x="255712" y="200917"/>
                </a:lnTo>
                <a:cubicBezTo>
                  <a:pt x="255712" y="180768"/>
                  <a:pt x="239331" y="164387"/>
                  <a:pt x="219182" y="164387"/>
                </a:cubicBezTo>
                <a:lnTo>
                  <a:pt x="36530" y="164387"/>
                </a:lnTo>
                <a:close/>
                <a:moveTo>
                  <a:pt x="159820" y="205483"/>
                </a:moveTo>
                <a:cubicBezTo>
                  <a:pt x="167381" y="205483"/>
                  <a:pt x="173519" y="211621"/>
                  <a:pt x="173519" y="219182"/>
                </a:cubicBezTo>
                <a:cubicBezTo>
                  <a:pt x="173519" y="226743"/>
                  <a:pt x="167381" y="232881"/>
                  <a:pt x="159820" y="232881"/>
                </a:cubicBezTo>
                <a:cubicBezTo>
                  <a:pt x="152260" y="232881"/>
                  <a:pt x="146121" y="226743"/>
                  <a:pt x="146121" y="219182"/>
                </a:cubicBezTo>
                <a:cubicBezTo>
                  <a:pt x="146121" y="211621"/>
                  <a:pt x="152260" y="205483"/>
                  <a:pt x="159820" y="205483"/>
                </a:cubicBezTo>
                <a:close/>
                <a:moveTo>
                  <a:pt x="191784" y="219182"/>
                </a:moveTo>
                <a:cubicBezTo>
                  <a:pt x="191784" y="211621"/>
                  <a:pt x="197923" y="205483"/>
                  <a:pt x="205483" y="205483"/>
                </a:cubicBezTo>
                <a:cubicBezTo>
                  <a:pt x="213044" y="205483"/>
                  <a:pt x="219182" y="211621"/>
                  <a:pt x="219182" y="219182"/>
                </a:cubicBezTo>
                <a:cubicBezTo>
                  <a:pt x="219182" y="226743"/>
                  <a:pt x="213044" y="232881"/>
                  <a:pt x="205483" y="232881"/>
                </a:cubicBezTo>
                <a:cubicBezTo>
                  <a:pt x="197923" y="232881"/>
                  <a:pt x="191784" y="226743"/>
                  <a:pt x="191784" y="219182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461213" y="2597715"/>
            <a:ext cx="1315092" cy="389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01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后端技术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0607" y="3279614"/>
            <a:ext cx="4481055" cy="974142"/>
          </a:xfrm>
          <a:custGeom>
            <a:avLst/>
            <a:gdLst/>
            <a:ahLst/>
            <a:cxnLst/>
            <a:rect l="l" t="t" r="r" b="b"/>
            <a:pathLst>
              <a:path w="4481055" h="974142">
                <a:moveTo>
                  <a:pt x="97414" y="0"/>
                </a:moveTo>
                <a:lnTo>
                  <a:pt x="4383640" y="0"/>
                </a:lnTo>
                <a:cubicBezTo>
                  <a:pt x="4437441" y="0"/>
                  <a:pt x="4481055" y="43614"/>
                  <a:pt x="4481055" y="97414"/>
                </a:cubicBezTo>
                <a:lnTo>
                  <a:pt x="4481055" y="876728"/>
                </a:lnTo>
                <a:cubicBezTo>
                  <a:pt x="4481055" y="930528"/>
                  <a:pt x="4437441" y="974142"/>
                  <a:pt x="4383640" y="974142"/>
                </a:cubicBezTo>
                <a:lnTo>
                  <a:pt x="97414" y="974142"/>
                </a:lnTo>
                <a:cubicBezTo>
                  <a:pt x="43614" y="974142"/>
                  <a:pt x="0" y="930528"/>
                  <a:pt x="0" y="876728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76728" y="3425736"/>
            <a:ext cx="1863047" cy="34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Boot 3.2.0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6559" y="3474443"/>
            <a:ext cx="450541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6728" y="3815393"/>
            <a:ext cx="428622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快速开发框架，提供依赖注入、AOP等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0607" y="4399878"/>
            <a:ext cx="4481055" cy="974142"/>
          </a:xfrm>
          <a:custGeom>
            <a:avLst/>
            <a:gdLst/>
            <a:ahLst/>
            <a:cxnLst/>
            <a:rect l="l" t="t" r="r" b="b"/>
            <a:pathLst>
              <a:path w="4481055" h="974142">
                <a:moveTo>
                  <a:pt x="97414" y="0"/>
                </a:moveTo>
                <a:lnTo>
                  <a:pt x="4383640" y="0"/>
                </a:lnTo>
                <a:cubicBezTo>
                  <a:pt x="4437441" y="0"/>
                  <a:pt x="4481055" y="43614"/>
                  <a:pt x="4481055" y="97414"/>
                </a:cubicBezTo>
                <a:lnTo>
                  <a:pt x="4481055" y="876728"/>
                </a:lnTo>
                <a:cubicBezTo>
                  <a:pt x="4481055" y="930528"/>
                  <a:pt x="4437441" y="974142"/>
                  <a:pt x="4383640" y="974142"/>
                </a:cubicBezTo>
                <a:lnTo>
                  <a:pt x="97414" y="974142"/>
                </a:lnTo>
                <a:cubicBezTo>
                  <a:pt x="43614" y="974142"/>
                  <a:pt x="0" y="930528"/>
                  <a:pt x="0" y="876728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76728" y="4545999"/>
            <a:ext cx="1485567" cy="34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MyBatis 3.0.3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80323" y="4594707"/>
            <a:ext cx="462718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6728" y="4935656"/>
            <a:ext cx="428622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持久层框架，简化数据库操作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0607" y="5520142"/>
            <a:ext cx="4481055" cy="974142"/>
          </a:xfrm>
          <a:custGeom>
            <a:avLst/>
            <a:gdLst/>
            <a:ahLst/>
            <a:cxnLst/>
            <a:rect l="l" t="t" r="r" b="b"/>
            <a:pathLst>
              <a:path w="4481055" h="974142">
                <a:moveTo>
                  <a:pt x="97414" y="0"/>
                </a:moveTo>
                <a:lnTo>
                  <a:pt x="4383640" y="0"/>
                </a:lnTo>
                <a:cubicBezTo>
                  <a:pt x="4437441" y="0"/>
                  <a:pt x="4481055" y="43614"/>
                  <a:pt x="4481055" y="97414"/>
                </a:cubicBezTo>
                <a:lnTo>
                  <a:pt x="4481055" y="876728"/>
                </a:lnTo>
                <a:cubicBezTo>
                  <a:pt x="4481055" y="930528"/>
                  <a:pt x="4437441" y="974142"/>
                  <a:pt x="4383640" y="974142"/>
                </a:cubicBezTo>
                <a:lnTo>
                  <a:pt x="97414" y="974142"/>
                </a:lnTo>
                <a:cubicBezTo>
                  <a:pt x="43614" y="974142"/>
                  <a:pt x="0" y="930528"/>
                  <a:pt x="0" y="876728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76728" y="5666263"/>
            <a:ext cx="828021" cy="34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17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06902" y="5714970"/>
            <a:ext cx="840198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6728" y="6055920"/>
            <a:ext cx="428622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现代Java版本，提供新特性与性能优化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0607" y="6640405"/>
            <a:ext cx="4481055" cy="974142"/>
          </a:xfrm>
          <a:custGeom>
            <a:avLst/>
            <a:gdLst/>
            <a:ahLst/>
            <a:cxnLst/>
            <a:rect l="l" t="t" r="r" b="b"/>
            <a:pathLst>
              <a:path w="4481055" h="974142">
                <a:moveTo>
                  <a:pt x="97414" y="0"/>
                </a:moveTo>
                <a:lnTo>
                  <a:pt x="4383640" y="0"/>
                </a:lnTo>
                <a:cubicBezTo>
                  <a:pt x="4437441" y="0"/>
                  <a:pt x="4481055" y="43614"/>
                  <a:pt x="4481055" y="97414"/>
                </a:cubicBezTo>
                <a:lnTo>
                  <a:pt x="4481055" y="876728"/>
                </a:lnTo>
                <a:cubicBezTo>
                  <a:pt x="4481055" y="930528"/>
                  <a:pt x="4437441" y="974142"/>
                  <a:pt x="4383640" y="974142"/>
                </a:cubicBezTo>
                <a:lnTo>
                  <a:pt x="97414" y="974142"/>
                </a:lnTo>
                <a:cubicBezTo>
                  <a:pt x="43614" y="974142"/>
                  <a:pt x="0" y="930528"/>
                  <a:pt x="0" y="876728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76728" y="6786527"/>
            <a:ext cx="1242031" cy="34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MySQL 8.0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47491" y="6835234"/>
            <a:ext cx="803667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6728" y="7176184"/>
            <a:ext cx="428622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关系型数据库，支持事务与并发控制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46347" y="2232411"/>
            <a:ext cx="4968126" cy="5625672"/>
          </a:xfrm>
          <a:custGeom>
            <a:avLst/>
            <a:gdLst/>
            <a:ahLst/>
            <a:cxnLst/>
            <a:rect l="l" t="t" r="r" b="b"/>
            <a:pathLst>
              <a:path w="4968126" h="5625672">
                <a:moveTo>
                  <a:pt x="48707" y="0"/>
                </a:moveTo>
                <a:lnTo>
                  <a:pt x="4919419" y="0"/>
                </a:lnTo>
                <a:cubicBezTo>
                  <a:pt x="4946319" y="0"/>
                  <a:pt x="4968126" y="21807"/>
                  <a:pt x="4968126" y="48707"/>
                </a:cubicBezTo>
                <a:lnTo>
                  <a:pt x="4968126" y="5528247"/>
                </a:lnTo>
                <a:cubicBezTo>
                  <a:pt x="4968126" y="5582053"/>
                  <a:pt x="4924507" y="5625672"/>
                  <a:pt x="4870701" y="5625672"/>
                </a:cubicBezTo>
                <a:lnTo>
                  <a:pt x="97425" y="5625672"/>
                </a:lnTo>
                <a:cubicBezTo>
                  <a:pt x="43619" y="5625672"/>
                  <a:pt x="0" y="5582053"/>
                  <a:pt x="0" y="5528247"/>
                </a:cubicBezTo>
                <a:lnTo>
                  <a:pt x="0" y="48707"/>
                </a:lnTo>
                <a:cubicBezTo>
                  <a:pt x="0" y="21807"/>
                  <a:pt x="21807" y="0"/>
                  <a:pt x="4870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646347" y="2232411"/>
            <a:ext cx="4968126" cy="48707"/>
          </a:xfrm>
          <a:custGeom>
            <a:avLst/>
            <a:gdLst/>
            <a:ahLst/>
            <a:cxnLst/>
            <a:rect l="l" t="t" r="r" b="b"/>
            <a:pathLst>
              <a:path w="4968126" h="48707">
                <a:moveTo>
                  <a:pt x="48707" y="0"/>
                </a:moveTo>
                <a:lnTo>
                  <a:pt x="4919419" y="0"/>
                </a:lnTo>
                <a:cubicBezTo>
                  <a:pt x="4946319" y="0"/>
                  <a:pt x="4968126" y="21807"/>
                  <a:pt x="4968126" y="48707"/>
                </a:cubicBezTo>
                <a:lnTo>
                  <a:pt x="4968126" y="48707"/>
                </a:lnTo>
                <a:lnTo>
                  <a:pt x="0" y="48707"/>
                </a:lnTo>
                <a:lnTo>
                  <a:pt x="0" y="48707"/>
                </a:lnTo>
                <a:cubicBezTo>
                  <a:pt x="0" y="21825"/>
                  <a:pt x="21825" y="0"/>
                  <a:pt x="4870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889883" y="2500301"/>
            <a:ext cx="584485" cy="584485"/>
          </a:xfrm>
          <a:custGeom>
            <a:avLst/>
            <a:gdLst/>
            <a:ahLst/>
            <a:cxnLst/>
            <a:rect l="l" t="t" r="r" b="b"/>
            <a:pathLst>
              <a:path w="584485" h="584485">
                <a:moveTo>
                  <a:pt x="97416" y="0"/>
                </a:moveTo>
                <a:lnTo>
                  <a:pt x="487069" y="0"/>
                </a:lnTo>
                <a:cubicBezTo>
                  <a:pt x="540871" y="0"/>
                  <a:pt x="584485" y="43615"/>
                  <a:pt x="584485" y="97416"/>
                </a:cubicBezTo>
                <a:lnTo>
                  <a:pt x="584485" y="487069"/>
                </a:lnTo>
                <a:cubicBezTo>
                  <a:pt x="584485" y="540871"/>
                  <a:pt x="540871" y="584485"/>
                  <a:pt x="487069" y="584485"/>
                </a:cubicBezTo>
                <a:lnTo>
                  <a:pt x="97416" y="584485"/>
                </a:lnTo>
                <a:cubicBezTo>
                  <a:pt x="43615" y="584485"/>
                  <a:pt x="0" y="540871"/>
                  <a:pt x="0" y="487069"/>
                </a:cubicBezTo>
                <a:lnTo>
                  <a:pt x="0" y="97416"/>
                </a:lnTo>
                <a:cubicBezTo>
                  <a:pt x="0" y="43651"/>
                  <a:pt x="43651" y="0"/>
                  <a:pt x="9741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999474" y="2646422"/>
            <a:ext cx="365303" cy="292243"/>
          </a:xfrm>
          <a:custGeom>
            <a:avLst/>
            <a:gdLst/>
            <a:ahLst/>
            <a:cxnLst/>
            <a:rect l="l" t="t" r="r" b="b"/>
            <a:pathLst>
              <a:path w="365303" h="292243">
                <a:moveTo>
                  <a:pt x="36530" y="54796"/>
                </a:moveTo>
                <a:cubicBezTo>
                  <a:pt x="36530" y="34647"/>
                  <a:pt x="52912" y="18265"/>
                  <a:pt x="73061" y="18265"/>
                </a:cubicBezTo>
                <a:lnTo>
                  <a:pt x="292243" y="18265"/>
                </a:lnTo>
                <a:cubicBezTo>
                  <a:pt x="312391" y="18265"/>
                  <a:pt x="328773" y="34647"/>
                  <a:pt x="328773" y="54796"/>
                </a:cubicBezTo>
                <a:lnTo>
                  <a:pt x="328773" y="191784"/>
                </a:lnTo>
                <a:lnTo>
                  <a:pt x="292243" y="191784"/>
                </a:lnTo>
                <a:lnTo>
                  <a:pt x="292243" y="54796"/>
                </a:lnTo>
                <a:lnTo>
                  <a:pt x="73061" y="54796"/>
                </a:lnTo>
                <a:lnTo>
                  <a:pt x="73061" y="191784"/>
                </a:lnTo>
                <a:lnTo>
                  <a:pt x="36530" y="191784"/>
                </a:lnTo>
                <a:lnTo>
                  <a:pt x="36530" y="54796"/>
                </a:lnTo>
                <a:close/>
                <a:moveTo>
                  <a:pt x="0" y="230141"/>
                </a:moveTo>
                <a:cubicBezTo>
                  <a:pt x="0" y="224091"/>
                  <a:pt x="4909" y="219182"/>
                  <a:pt x="10959" y="219182"/>
                </a:cubicBezTo>
                <a:lnTo>
                  <a:pt x="354344" y="219182"/>
                </a:lnTo>
                <a:cubicBezTo>
                  <a:pt x="360395" y="219182"/>
                  <a:pt x="365303" y="224091"/>
                  <a:pt x="365303" y="230141"/>
                </a:cubicBezTo>
                <a:cubicBezTo>
                  <a:pt x="365303" y="254342"/>
                  <a:pt x="345668" y="273978"/>
                  <a:pt x="321467" y="273978"/>
                </a:cubicBezTo>
                <a:lnTo>
                  <a:pt x="43836" y="273978"/>
                </a:lnTo>
                <a:cubicBezTo>
                  <a:pt x="19635" y="273978"/>
                  <a:pt x="0" y="254342"/>
                  <a:pt x="0" y="230141"/>
                </a:cubicBezTo>
                <a:close/>
                <a:moveTo>
                  <a:pt x="160391" y="119294"/>
                </a:moveTo>
                <a:lnTo>
                  <a:pt x="142697" y="136989"/>
                </a:lnTo>
                <a:lnTo>
                  <a:pt x="160391" y="154683"/>
                </a:lnTo>
                <a:cubicBezTo>
                  <a:pt x="165756" y="160049"/>
                  <a:pt x="165756" y="168724"/>
                  <a:pt x="160391" y="174033"/>
                </a:cubicBezTo>
                <a:cubicBezTo>
                  <a:pt x="155026" y="179341"/>
                  <a:pt x="146350" y="179398"/>
                  <a:pt x="141041" y="174033"/>
                </a:cubicBezTo>
                <a:lnTo>
                  <a:pt x="113644" y="146635"/>
                </a:lnTo>
                <a:cubicBezTo>
                  <a:pt x="108278" y="141270"/>
                  <a:pt x="108278" y="132594"/>
                  <a:pt x="113644" y="127285"/>
                </a:cubicBezTo>
                <a:lnTo>
                  <a:pt x="141041" y="99888"/>
                </a:lnTo>
                <a:cubicBezTo>
                  <a:pt x="146407" y="94522"/>
                  <a:pt x="155083" y="94522"/>
                  <a:pt x="160391" y="99888"/>
                </a:cubicBezTo>
                <a:cubicBezTo>
                  <a:pt x="165699" y="105253"/>
                  <a:pt x="165756" y="113929"/>
                  <a:pt x="160391" y="119237"/>
                </a:cubicBezTo>
                <a:close/>
                <a:moveTo>
                  <a:pt x="224319" y="99888"/>
                </a:moveTo>
                <a:lnTo>
                  <a:pt x="251717" y="127285"/>
                </a:lnTo>
                <a:cubicBezTo>
                  <a:pt x="257082" y="132651"/>
                  <a:pt x="257082" y="141327"/>
                  <a:pt x="251717" y="146635"/>
                </a:cubicBezTo>
                <a:lnTo>
                  <a:pt x="224319" y="174033"/>
                </a:lnTo>
                <a:cubicBezTo>
                  <a:pt x="218954" y="179398"/>
                  <a:pt x="210278" y="179398"/>
                  <a:pt x="204969" y="174033"/>
                </a:cubicBezTo>
                <a:cubicBezTo>
                  <a:pt x="199661" y="168667"/>
                  <a:pt x="199604" y="159991"/>
                  <a:pt x="204969" y="154683"/>
                </a:cubicBezTo>
                <a:lnTo>
                  <a:pt x="222664" y="136989"/>
                </a:lnTo>
                <a:lnTo>
                  <a:pt x="204969" y="119294"/>
                </a:lnTo>
                <a:cubicBezTo>
                  <a:pt x="199604" y="113929"/>
                  <a:pt x="199604" y="105253"/>
                  <a:pt x="204969" y="99945"/>
                </a:cubicBezTo>
                <a:cubicBezTo>
                  <a:pt x="210335" y="94636"/>
                  <a:pt x="219011" y="94579"/>
                  <a:pt x="224319" y="9994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620490" y="2597715"/>
            <a:ext cx="1315092" cy="389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01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前端技术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89883" y="3279614"/>
            <a:ext cx="4481055" cy="974142"/>
          </a:xfrm>
          <a:custGeom>
            <a:avLst/>
            <a:gdLst/>
            <a:ahLst/>
            <a:cxnLst/>
            <a:rect l="l" t="t" r="r" b="b"/>
            <a:pathLst>
              <a:path w="4481055" h="974142">
                <a:moveTo>
                  <a:pt x="97414" y="0"/>
                </a:moveTo>
                <a:lnTo>
                  <a:pt x="4383640" y="0"/>
                </a:lnTo>
                <a:cubicBezTo>
                  <a:pt x="4437441" y="0"/>
                  <a:pt x="4481055" y="43614"/>
                  <a:pt x="4481055" y="97414"/>
                </a:cubicBezTo>
                <a:lnTo>
                  <a:pt x="4481055" y="876728"/>
                </a:lnTo>
                <a:cubicBezTo>
                  <a:pt x="4481055" y="930528"/>
                  <a:pt x="4437441" y="974142"/>
                  <a:pt x="4383640" y="974142"/>
                </a:cubicBezTo>
                <a:lnTo>
                  <a:pt x="97414" y="974142"/>
                </a:lnTo>
                <a:cubicBezTo>
                  <a:pt x="43614" y="974142"/>
                  <a:pt x="0" y="930528"/>
                  <a:pt x="0" y="876728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036004" y="3425736"/>
            <a:ext cx="706253" cy="34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 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68764" y="3474443"/>
            <a:ext cx="937612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36004" y="3815393"/>
            <a:ext cx="428622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渐进式JavaScript框架，采用Composition API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889883" y="4399878"/>
            <a:ext cx="4481055" cy="974142"/>
          </a:xfrm>
          <a:custGeom>
            <a:avLst/>
            <a:gdLst/>
            <a:ahLst/>
            <a:cxnLst/>
            <a:rect l="l" t="t" r="r" b="b"/>
            <a:pathLst>
              <a:path w="4481055" h="974142">
                <a:moveTo>
                  <a:pt x="97414" y="0"/>
                </a:moveTo>
                <a:lnTo>
                  <a:pt x="4383640" y="0"/>
                </a:lnTo>
                <a:cubicBezTo>
                  <a:pt x="4437441" y="0"/>
                  <a:pt x="4481055" y="43614"/>
                  <a:pt x="4481055" y="97414"/>
                </a:cubicBezTo>
                <a:lnTo>
                  <a:pt x="4481055" y="876728"/>
                </a:lnTo>
                <a:cubicBezTo>
                  <a:pt x="4481055" y="930528"/>
                  <a:pt x="4437441" y="974142"/>
                  <a:pt x="4383640" y="974142"/>
                </a:cubicBezTo>
                <a:lnTo>
                  <a:pt x="97414" y="974142"/>
                </a:lnTo>
                <a:cubicBezTo>
                  <a:pt x="43614" y="974142"/>
                  <a:pt x="0" y="930528"/>
                  <a:pt x="0" y="876728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036004" y="4545999"/>
            <a:ext cx="1436860" cy="34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Element Plus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98649" y="4594707"/>
            <a:ext cx="803667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Library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36004" y="4935656"/>
            <a:ext cx="428622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基于Vue 3的企业级UI组件库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9883" y="5520142"/>
            <a:ext cx="4481055" cy="974142"/>
          </a:xfrm>
          <a:custGeom>
            <a:avLst/>
            <a:gdLst/>
            <a:ahLst/>
            <a:cxnLst/>
            <a:rect l="l" t="t" r="r" b="b"/>
            <a:pathLst>
              <a:path w="4481055" h="974142">
                <a:moveTo>
                  <a:pt x="97414" y="0"/>
                </a:moveTo>
                <a:lnTo>
                  <a:pt x="4383640" y="0"/>
                </a:lnTo>
                <a:cubicBezTo>
                  <a:pt x="4437441" y="0"/>
                  <a:pt x="4481055" y="43614"/>
                  <a:pt x="4481055" y="97414"/>
                </a:cubicBezTo>
                <a:lnTo>
                  <a:pt x="4481055" y="876728"/>
                </a:lnTo>
                <a:cubicBezTo>
                  <a:pt x="4481055" y="930528"/>
                  <a:pt x="4437441" y="974142"/>
                  <a:pt x="4383640" y="974142"/>
                </a:cubicBezTo>
                <a:lnTo>
                  <a:pt x="97414" y="974142"/>
                </a:lnTo>
                <a:cubicBezTo>
                  <a:pt x="43614" y="974142"/>
                  <a:pt x="0" y="930528"/>
                  <a:pt x="0" y="876728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036004" y="5666263"/>
            <a:ext cx="645369" cy="34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Axios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782774" y="5714970"/>
            <a:ext cx="523601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036004" y="6055920"/>
            <a:ext cx="428622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基于Promise的HTTP客户端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889883" y="6640405"/>
            <a:ext cx="4481055" cy="974142"/>
          </a:xfrm>
          <a:custGeom>
            <a:avLst/>
            <a:gdLst/>
            <a:ahLst/>
            <a:cxnLst/>
            <a:rect l="l" t="t" r="r" b="b"/>
            <a:pathLst>
              <a:path w="4481055" h="974142">
                <a:moveTo>
                  <a:pt x="97414" y="0"/>
                </a:moveTo>
                <a:lnTo>
                  <a:pt x="4383640" y="0"/>
                </a:lnTo>
                <a:cubicBezTo>
                  <a:pt x="4437441" y="0"/>
                  <a:pt x="4481055" y="43614"/>
                  <a:pt x="4481055" y="97414"/>
                </a:cubicBezTo>
                <a:lnTo>
                  <a:pt x="4481055" y="876728"/>
                </a:lnTo>
                <a:cubicBezTo>
                  <a:pt x="4481055" y="930528"/>
                  <a:pt x="4437441" y="974142"/>
                  <a:pt x="4383640" y="974142"/>
                </a:cubicBezTo>
                <a:lnTo>
                  <a:pt x="97414" y="974142"/>
                </a:lnTo>
                <a:cubicBezTo>
                  <a:pt x="43614" y="974142"/>
                  <a:pt x="0" y="930528"/>
                  <a:pt x="0" y="876728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036004" y="6786527"/>
            <a:ext cx="1022849" cy="34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CDN引入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685360" y="6835234"/>
            <a:ext cx="621016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036004" y="7176184"/>
            <a:ext cx="428622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无需复杂构建，快速部署与开发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805623" y="2232411"/>
            <a:ext cx="4968126" cy="5625672"/>
          </a:xfrm>
          <a:custGeom>
            <a:avLst/>
            <a:gdLst/>
            <a:ahLst/>
            <a:cxnLst/>
            <a:rect l="l" t="t" r="r" b="b"/>
            <a:pathLst>
              <a:path w="4968126" h="5625672">
                <a:moveTo>
                  <a:pt x="48707" y="0"/>
                </a:moveTo>
                <a:lnTo>
                  <a:pt x="4919419" y="0"/>
                </a:lnTo>
                <a:cubicBezTo>
                  <a:pt x="4946319" y="0"/>
                  <a:pt x="4968126" y="21807"/>
                  <a:pt x="4968126" y="48707"/>
                </a:cubicBezTo>
                <a:lnTo>
                  <a:pt x="4968126" y="5528247"/>
                </a:lnTo>
                <a:cubicBezTo>
                  <a:pt x="4968126" y="5582053"/>
                  <a:pt x="4924507" y="5625672"/>
                  <a:pt x="4870701" y="5625672"/>
                </a:cubicBezTo>
                <a:lnTo>
                  <a:pt x="97425" y="5625672"/>
                </a:lnTo>
                <a:cubicBezTo>
                  <a:pt x="43619" y="5625672"/>
                  <a:pt x="0" y="5582053"/>
                  <a:pt x="0" y="5528247"/>
                </a:cubicBezTo>
                <a:lnTo>
                  <a:pt x="0" y="48707"/>
                </a:lnTo>
                <a:cubicBezTo>
                  <a:pt x="0" y="21807"/>
                  <a:pt x="21807" y="0"/>
                  <a:pt x="4870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10805623" y="2232411"/>
            <a:ext cx="4968126" cy="48707"/>
          </a:xfrm>
          <a:custGeom>
            <a:avLst/>
            <a:gdLst/>
            <a:ahLst/>
            <a:cxnLst/>
            <a:rect l="l" t="t" r="r" b="b"/>
            <a:pathLst>
              <a:path w="4968126" h="48707">
                <a:moveTo>
                  <a:pt x="48707" y="0"/>
                </a:moveTo>
                <a:lnTo>
                  <a:pt x="4919419" y="0"/>
                </a:lnTo>
                <a:cubicBezTo>
                  <a:pt x="4946319" y="0"/>
                  <a:pt x="4968126" y="21807"/>
                  <a:pt x="4968126" y="48707"/>
                </a:cubicBezTo>
                <a:lnTo>
                  <a:pt x="4968126" y="48707"/>
                </a:lnTo>
                <a:lnTo>
                  <a:pt x="0" y="48707"/>
                </a:lnTo>
                <a:lnTo>
                  <a:pt x="0" y="48707"/>
                </a:lnTo>
                <a:cubicBezTo>
                  <a:pt x="0" y="21825"/>
                  <a:pt x="21825" y="0"/>
                  <a:pt x="4870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1049159" y="2500301"/>
            <a:ext cx="584485" cy="584485"/>
          </a:xfrm>
          <a:custGeom>
            <a:avLst/>
            <a:gdLst/>
            <a:ahLst/>
            <a:cxnLst/>
            <a:rect l="l" t="t" r="r" b="b"/>
            <a:pathLst>
              <a:path w="584485" h="584485">
                <a:moveTo>
                  <a:pt x="97416" y="0"/>
                </a:moveTo>
                <a:lnTo>
                  <a:pt x="487069" y="0"/>
                </a:lnTo>
                <a:cubicBezTo>
                  <a:pt x="540871" y="0"/>
                  <a:pt x="584485" y="43615"/>
                  <a:pt x="584485" y="97416"/>
                </a:cubicBezTo>
                <a:lnTo>
                  <a:pt x="584485" y="487069"/>
                </a:lnTo>
                <a:cubicBezTo>
                  <a:pt x="584485" y="540871"/>
                  <a:pt x="540871" y="584485"/>
                  <a:pt x="487069" y="584485"/>
                </a:cubicBezTo>
                <a:lnTo>
                  <a:pt x="97416" y="584485"/>
                </a:lnTo>
                <a:cubicBezTo>
                  <a:pt x="43615" y="584485"/>
                  <a:pt x="0" y="540871"/>
                  <a:pt x="0" y="487069"/>
                </a:cubicBezTo>
                <a:lnTo>
                  <a:pt x="0" y="97416"/>
                </a:lnTo>
                <a:cubicBezTo>
                  <a:pt x="0" y="43651"/>
                  <a:pt x="43651" y="0"/>
                  <a:pt x="9741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1177015" y="2646422"/>
            <a:ext cx="328773" cy="292243"/>
          </a:xfrm>
          <a:custGeom>
            <a:avLst/>
            <a:gdLst/>
            <a:ahLst/>
            <a:cxnLst/>
            <a:rect l="l" t="t" r="r" b="b"/>
            <a:pathLst>
              <a:path w="328773" h="292243">
                <a:moveTo>
                  <a:pt x="127913" y="55423"/>
                </a:moveTo>
                <a:lnTo>
                  <a:pt x="127913" y="83734"/>
                </a:lnTo>
                <a:lnTo>
                  <a:pt x="128199" y="84020"/>
                </a:lnTo>
                <a:cubicBezTo>
                  <a:pt x="131909" y="36987"/>
                  <a:pt x="171236" y="0"/>
                  <a:pt x="219239" y="0"/>
                </a:cubicBezTo>
                <a:cubicBezTo>
                  <a:pt x="230712" y="0"/>
                  <a:pt x="241728" y="2112"/>
                  <a:pt x="251831" y="5993"/>
                </a:cubicBezTo>
                <a:cubicBezTo>
                  <a:pt x="257539" y="8162"/>
                  <a:pt x="258566" y="15411"/>
                  <a:pt x="254285" y="19749"/>
                </a:cubicBezTo>
                <a:lnTo>
                  <a:pt x="203657" y="70378"/>
                </a:lnTo>
                <a:cubicBezTo>
                  <a:pt x="201944" y="72090"/>
                  <a:pt x="200974" y="74431"/>
                  <a:pt x="200974" y="76828"/>
                </a:cubicBezTo>
                <a:lnTo>
                  <a:pt x="200974" y="100458"/>
                </a:lnTo>
                <a:cubicBezTo>
                  <a:pt x="200974" y="105481"/>
                  <a:pt x="205084" y="109591"/>
                  <a:pt x="210107" y="109591"/>
                </a:cubicBezTo>
                <a:lnTo>
                  <a:pt x="233737" y="109591"/>
                </a:lnTo>
                <a:cubicBezTo>
                  <a:pt x="236134" y="109591"/>
                  <a:pt x="238475" y="108621"/>
                  <a:pt x="240187" y="106908"/>
                </a:cubicBezTo>
                <a:lnTo>
                  <a:pt x="290816" y="56280"/>
                </a:lnTo>
                <a:cubicBezTo>
                  <a:pt x="295154" y="51942"/>
                  <a:pt x="302403" y="53026"/>
                  <a:pt x="304572" y="58734"/>
                </a:cubicBezTo>
                <a:cubicBezTo>
                  <a:pt x="308453" y="68837"/>
                  <a:pt x="310565" y="79853"/>
                  <a:pt x="310565" y="91326"/>
                </a:cubicBezTo>
                <a:cubicBezTo>
                  <a:pt x="310565" y="125916"/>
                  <a:pt x="291329" y="156053"/>
                  <a:pt x="262904" y="171521"/>
                </a:cubicBezTo>
                <a:lnTo>
                  <a:pt x="309423" y="218040"/>
                </a:lnTo>
                <a:cubicBezTo>
                  <a:pt x="320097" y="228714"/>
                  <a:pt x="320097" y="246066"/>
                  <a:pt x="309423" y="256797"/>
                </a:cubicBezTo>
                <a:lnTo>
                  <a:pt x="275119" y="291101"/>
                </a:lnTo>
                <a:cubicBezTo>
                  <a:pt x="264445" y="301775"/>
                  <a:pt x="247093" y="301775"/>
                  <a:pt x="236363" y="291101"/>
                </a:cubicBezTo>
                <a:lnTo>
                  <a:pt x="164444" y="219182"/>
                </a:lnTo>
                <a:cubicBezTo>
                  <a:pt x="148804" y="203542"/>
                  <a:pt x="145265" y="180426"/>
                  <a:pt x="153884" y="161361"/>
                </a:cubicBezTo>
                <a:lnTo>
                  <a:pt x="102114" y="109591"/>
                </a:lnTo>
                <a:lnTo>
                  <a:pt x="73803" y="109591"/>
                </a:lnTo>
                <a:cubicBezTo>
                  <a:pt x="67695" y="109591"/>
                  <a:pt x="61987" y="106566"/>
                  <a:pt x="58620" y="101486"/>
                </a:cubicBezTo>
                <a:lnTo>
                  <a:pt x="13356" y="33619"/>
                </a:lnTo>
                <a:cubicBezTo>
                  <a:pt x="10959" y="30023"/>
                  <a:pt x="11416" y="25172"/>
                  <a:pt x="14498" y="22089"/>
                </a:cubicBezTo>
                <a:lnTo>
                  <a:pt x="40412" y="-3824"/>
                </a:lnTo>
                <a:cubicBezTo>
                  <a:pt x="43494" y="-6907"/>
                  <a:pt x="48289" y="-7363"/>
                  <a:pt x="51942" y="-4966"/>
                </a:cubicBezTo>
                <a:lnTo>
                  <a:pt x="119808" y="40240"/>
                </a:lnTo>
                <a:cubicBezTo>
                  <a:pt x="124888" y="43608"/>
                  <a:pt x="127913" y="49316"/>
                  <a:pt x="127913" y="55423"/>
                </a:cubicBezTo>
                <a:close/>
                <a:moveTo>
                  <a:pt x="123062" y="169295"/>
                </a:moveTo>
                <a:cubicBezTo>
                  <a:pt x="119466" y="190414"/>
                  <a:pt x="124431" y="212732"/>
                  <a:pt x="138130" y="230598"/>
                </a:cubicBezTo>
                <a:lnTo>
                  <a:pt x="83906" y="284765"/>
                </a:lnTo>
                <a:cubicBezTo>
                  <a:pt x="67867" y="300804"/>
                  <a:pt x="41839" y="300804"/>
                  <a:pt x="25800" y="284765"/>
                </a:cubicBezTo>
                <a:cubicBezTo>
                  <a:pt x="9760" y="268726"/>
                  <a:pt x="9760" y="242698"/>
                  <a:pt x="25800" y="226659"/>
                </a:cubicBezTo>
                <a:lnTo>
                  <a:pt x="103084" y="149375"/>
                </a:lnTo>
                <a:lnTo>
                  <a:pt x="123062" y="169352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779766" y="2597715"/>
            <a:ext cx="1607335" cy="389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01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构建与部署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049159" y="3279614"/>
            <a:ext cx="4481055" cy="974142"/>
          </a:xfrm>
          <a:custGeom>
            <a:avLst/>
            <a:gdLst/>
            <a:ahLst/>
            <a:cxnLst/>
            <a:rect l="l" t="t" r="r" b="b"/>
            <a:pathLst>
              <a:path w="4481055" h="974142">
                <a:moveTo>
                  <a:pt x="97414" y="0"/>
                </a:moveTo>
                <a:lnTo>
                  <a:pt x="4383640" y="0"/>
                </a:lnTo>
                <a:cubicBezTo>
                  <a:pt x="4437441" y="0"/>
                  <a:pt x="4481055" y="43614"/>
                  <a:pt x="4481055" y="97414"/>
                </a:cubicBezTo>
                <a:lnTo>
                  <a:pt x="4481055" y="876728"/>
                </a:lnTo>
                <a:cubicBezTo>
                  <a:pt x="4481055" y="930528"/>
                  <a:pt x="4437441" y="974142"/>
                  <a:pt x="4383640" y="974142"/>
                </a:cubicBezTo>
                <a:lnTo>
                  <a:pt x="97414" y="974142"/>
                </a:lnTo>
                <a:cubicBezTo>
                  <a:pt x="43614" y="974142"/>
                  <a:pt x="0" y="930528"/>
                  <a:pt x="0" y="876728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1195280" y="3425736"/>
            <a:ext cx="779314" cy="34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Maven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4998875" y="3474443"/>
            <a:ext cx="462718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195280" y="3815393"/>
            <a:ext cx="428622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项目构建工具，管理依赖与生命周期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049159" y="4399878"/>
            <a:ext cx="4481055" cy="974142"/>
          </a:xfrm>
          <a:custGeom>
            <a:avLst/>
            <a:gdLst/>
            <a:ahLst/>
            <a:cxnLst/>
            <a:rect l="l" t="t" r="r" b="b"/>
            <a:pathLst>
              <a:path w="4481055" h="974142">
                <a:moveTo>
                  <a:pt x="97414" y="0"/>
                </a:moveTo>
                <a:lnTo>
                  <a:pt x="4383640" y="0"/>
                </a:lnTo>
                <a:cubicBezTo>
                  <a:pt x="4437441" y="0"/>
                  <a:pt x="4481055" y="43614"/>
                  <a:pt x="4481055" y="97414"/>
                </a:cubicBezTo>
                <a:lnTo>
                  <a:pt x="4481055" y="876728"/>
                </a:lnTo>
                <a:cubicBezTo>
                  <a:pt x="4481055" y="930528"/>
                  <a:pt x="4437441" y="974142"/>
                  <a:pt x="4383640" y="974142"/>
                </a:cubicBezTo>
                <a:lnTo>
                  <a:pt x="97414" y="974142"/>
                </a:lnTo>
                <a:cubicBezTo>
                  <a:pt x="43614" y="974142"/>
                  <a:pt x="0" y="930528"/>
                  <a:pt x="0" y="876728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1195280" y="4545999"/>
            <a:ext cx="815844" cy="34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4633572" y="4594707"/>
            <a:ext cx="828021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195280" y="4935656"/>
            <a:ext cx="428622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容器化部署，快速拉起MySQL服务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049159" y="5520142"/>
            <a:ext cx="4481055" cy="974142"/>
          </a:xfrm>
          <a:custGeom>
            <a:avLst/>
            <a:gdLst/>
            <a:ahLst/>
            <a:cxnLst/>
            <a:rect l="l" t="t" r="r" b="b"/>
            <a:pathLst>
              <a:path w="4481055" h="974142">
                <a:moveTo>
                  <a:pt x="97414" y="0"/>
                </a:moveTo>
                <a:lnTo>
                  <a:pt x="4383640" y="0"/>
                </a:lnTo>
                <a:cubicBezTo>
                  <a:pt x="4437441" y="0"/>
                  <a:pt x="4481055" y="43614"/>
                  <a:pt x="4481055" y="97414"/>
                </a:cubicBezTo>
                <a:lnTo>
                  <a:pt x="4481055" y="876728"/>
                </a:lnTo>
                <a:cubicBezTo>
                  <a:pt x="4481055" y="930528"/>
                  <a:pt x="4437441" y="974142"/>
                  <a:pt x="4383640" y="974142"/>
                </a:cubicBezTo>
                <a:lnTo>
                  <a:pt x="97414" y="974142"/>
                </a:lnTo>
                <a:cubicBezTo>
                  <a:pt x="43614" y="974142"/>
                  <a:pt x="0" y="930528"/>
                  <a:pt x="0" y="876728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11195280" y="5666263"/>
            <a:ext cx="1047203" cy="34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Shell脚本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4933932" y="5714970"/>
            <a:ext cx="535778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195280" y="6055920"/>
            <a:ext cx="428622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一键启动、停止、重置数据库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1049159" y="6640405"/>
            <a:ext cx="4481055" cy="974142"/>
          </a:xfrm>
          <a:custGeom>
            <a:avLst/>
            <a:gdLst/>
            <a:ahLst/>
            <a:cxnLst/>
            <a:rect l="l" t="t" r="r" b="b"/>
            <a:pathLst>
              <a:path w="4481055" h="974142">
                <a:moveTo>
                  <a:pt x="97414" y="0"/>
                </a:moveTo>
                <a:lnTo>
                  <a:pt x="4383640" y="0"/>
                </a:lnTo>
                <a:cubicBezTo>
                  <a:pt x="4437441" y="0"/>
                  <a:pt x="4481055" y="43614"/>
                  <a:pt x="4481055" y="97414"/>
                </a:cubicBezTo>
                <a:lnTo>
                  <a:pt x="4481055" y="876728"/>
                </a:lnTo>
                <a:cubicBezTo>
                  <a:pt x="4481055" y="930528"/>
                  <a:pt x="4437441" y="974142"/>
                  <a:pt x="4383640" y="974142"/>
                </a:cubicBezTo>
                <a:lnTo>
                  <a:pt x="97414" y="974142"/>
                </a:lnTo>
                <a:cubicBezTo>
                  <a:pt x="43614" y="974142"/>
                  <a:pt x="0" y="930528"/>
                  <a:pt x="0" y="876728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1195280" y="6786527"/>
            <a:ext cx="1144617" cy="34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YAML配置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4868989" y="6835234"/>
            <a:ext cx="596662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195280" y="7176184"/>
            <a:ext cx="428622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统一管理应用配置，支持多环境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91130" y="8056971"/>
            <a:ext cx="15277799" cy="592603"/>
          </a:xfrm>
          <a:custGeom>
            <a:avLst/>
            <a:gdLst/>
            <a:ahLst/>
            <a:cxnLst/>
            <a:rect l="l" t="t" r="r" b="b"/>
            <a:pathLst>
              <a:path w="15277799" h="592603">
                <a:moveTo>
                  <a:pt x="97412" y="0"/>
                </a:moveTo>
                <a:lnTo>
                  <a:pt x="15180387" y="0"/>
                </a:lnTo>
                <a:cubicBezTo>
                  <a:pt x="15234186" y="0"/>
                  <a:pt x="15277799" y="43613"/>
                  <a:pt x="15277799" y="97412"/>
                </a:cubicBezTo>
                <a:lnTo>
                  <a:pt x="15277799" y="495191"/>
                </a:lnTo>
                <a:cubicBezTo>
                  <a:pt x="15277799" y="548990"/>
                  <a:pt x="15234186" y="592603"/>
                  <a:pt x="15180387" y="592603"/>
                </a:cubicBezTo>
                <a:lnTo>
                  <a:pt x="97412" y="592603"/>
                </a:lnTo>
                <a:cubicBezTo>
                  <a:pt x="43613" y="592603"/>
                  <a:pt x="0" y="548990"/>
                  <a:pt x="0" y="495191"/>
                </a:cubicBezTo>
                <a:lnTo>
                  <a:pt x="0" y="97412"/>
                </a:lnTo>
                <a:cubicBezTo>
                  <a:pt x="0" y="43649"/>
                  <a:pt x="43649" y="0"/>
                  <a:pt x="97412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8467">
            <a:solidFill>
              <a:srgbClr val="4FD1C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671752" y="8231503"/>
            <a:ext cx="243536" cy="243536"/>
          </a:xfrm>
          <a:custGeom>
            <a:avLst/>
            <a:gdLst/>
            <a:ahLst/>
            <a:cxnLst/>
            <a:rect l="l" t="t" r="r" b="b"/>
            <a:pathLst>
              <a:path w="243536" h="243536">
                <a:moveTo>
                  <a:pt x="121768" y="243536"/>
                </a:moveTo>
                <a:cubicBezTo>
                  <a:pt x="188973" y="243536"/>
                  <a:pt x="243536" y="188973"/>
                  <a:pt x="243536" y="121768"/>
                </a:cubicBezTo>
                <a:cubicBezTo>
                  <a:pt x="243536" y="54562"/>
                  <a:pt x="188973" y="0"/>
                  <a:pt x="121768" y="0"/>
                </a:cubicBezTo>
                <a:cubicBezTo>
                  <a:pt x="54562" y="0"/>
                  <a:pt x="0" y="54562"/>
                  <a:pt x="0" y="121768"/>
                </a:cubicBezTo>
                <a:cubicBezTo>
                  <a:pt x="0" y="188973"/>
                  <a:pt x="54562" y="243536"/>
                  <a:pt x="121768" y="243536"/>
                </a:cubicBezTo>
                <a:close/>
                <a:moveTo>
                  <a:pt x="161913" y="101172"/>
                </a:moveTo>
                <a:lnTo>
                  <a:pt x="123861" y="162056"/>
                </a:lnTo>
                <a:cubicBezTo>
                  <a:pt x="121863" y="165243"/>
                  <a:pt x="118438" y="167240"/>
                  <a:pt x="114681" y="167431"/>
                </a:cubicBezTo>
                <a:cubicBezTo>
                  <a:pt x="110923" y="167621"/>
                  <a:pt x="107308" y="165909"/>
                  <a:pt x="105072" y="162864"/>
                </a:cubicBezTo>
                <a:lnTo>
                  <a:pt x="82241" y="132422"/>
                </a:lnTo>
                <a:cubicBezTo>
                  <a:pt x="78436" y="127381"/>
                  <a:pt x="79482" y="120246"/>
                  <a:pt x="84524" y="116440"/>
                </a:cubicBezTo>
                <a:cubicBezTo>
                  <a:pt x="89566" y="112635"/>
                  <a:pt x="96701" y="113682"/>
                  <a:pt x="100506" y="118724"/>
                </a:cubicBezTo>
                <a:lnTo>
                  <a:pt x="113349" y="135847"/>
                </a:lnTo>
                <a:lnTo>
                  <a:pt x="142554" y="89090"/>
                </a:lnTo>
                <a:cubicBezTo>
                  <a:pt x="145884" y="83763"/>
                  <a:pt x="152923" y="82098"/>
                  <a:pt x="158298" y="85475"/>
                </a:cubicBezTo>
                <a:cubicBezTo>
                  <a:pt x="163673" y="88852"/>
                  <a:pt x="165290" y="95845"/>
                  <a:pt x="161913" y="101219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1091851" y="8207149"/>
            <a:ext cx="7573957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架构特点：</a:t>
            </a:r>
            <a:r>
              <a:rPr lang="en-US" sz="1534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前后端分离、RESTful API、统一响应封装、异常处理机制、数据校验与验证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1872" y="471872"/>
            <a:ext cx="1840302" cy="389295"/>
          </a:xfrm>
          <a:custGeom>
            <a:avLst/>
            <a:gdLst/>
            <a:ahLst/>
            <a:cxnLst/>
            <a:rect l="l" t="t" r="r" b="b"/>
            <a:pathLst>
              <a:path w="1840302" h="389295">
                <a:moveTo>
                  <a:pt x="47186" y="0"/>
                </a:moveTo>
                <a:lnTo>
                  <a:pt x="1793115" y="0"/>
                </a:lnTo>
                <a:cubicBezTo>
                  <a:pt x="1819176" y="0"/>
                  <a:pt x="1840302" y="21126"/>
                  <a:pt x="1840302" y="47186"/>
                </a:cubicBezTo>
                <a:lnTo>
                  <a:pt x="1840302" y="342108"/>
                </a:lnTo>
                <a:cubicBezTo>
                  <a:pt x="1840302" y="368169"/>
                  <a:pt x="1819176" y="389295"/>
                  <a:pt x="1793115" y="389295"/>
                </a:cubicBezTo>
                <a:lnTo>
                  <a:pt x="47186" y="389295"/>
                </a:lnTo>
                <a:cubicBezTo>
                  <a:pt x="21126" y="389295"/>
                  <a:pt x="0" y="368169"/>
                  <a:pt x="0" y="342108"/>
                </a:cubicBezTo>
                <a:lnTo>
                  <a:pt x="0" y="47186"/>
                </a:lnTo>
                <a:cubicBezTo>
                  <a:pt x="0" y="21144"/>
                  <a:pt x="21144" y="0"/>
                  <a:pt x="47186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13434" y="534788"/>
            <a:ext cx="1654748" cy="275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6" b="1" kern="0" spc="74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MODULES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1872" y="959473"/>
            <a:ext cx="15595379" cy="566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459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核心功能模块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1872" y="1620094"/>
            <a:ext cx="15430224" cy="330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8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资源管理与类别管理 - 构建资源调度的基础数据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5466" y="2139153"/>
            <a:ext cx="7514566" cy="5450125"/>
          </a:xfrm>
          <a:custGeom>
            <a:avLst/>
            <a:gdLst/>
            <a:ahLst/>
            <a:cxnLst/>
            <a:rect l="l" t="t" r="r" b="b"/>
            <a:pathLst>
              <a:path w="7514566" h="5450125">
                <a:moveTo>
                  <a:pt x="47187" y="0"/>
                </a:moveTo>
                <a:lnTo>
                  <a:pt x="7420170" y="0"/>
                </a:lnTo>
                <a:cubicBezTo>
                  <a:pt x="7472303" y="0"/>
                  <a:pt x="7514566" y="42263"/>
                  <a:pt x="7514566" y="94396"/>
                </a:cubicBezTo>
                <a:lnTo>
                  <a:pt x="7514566" y="5355729"/>
                </a:lnTo>
                <a:cubicBezTo>
                  <a:pt x="7514566" y="5407862"/>
                  <a:pt x="7472303" y="5450125"/>
                  <a:pt x="7420170" y="5450125"/>
                </a:cubicBezTo>
                <a:lnTo>
                  <a:pt x="47187" y="5450125"/>
                </a:lnTo>
                <a:cubicBezTo>
                  <a:pt x="21126" y="5450125"/>
                  <a:pt x="0" y="5428998"/>
                  <a:pt x="0" y="5402938"/>
                </a:cubicBezTo>
                <a:lnTo>
                  <a:pt x="0" y="47187"/>
                </a:lnTo>
                <a:cubicBezTo>
                  <a:pt x="0" y="21126"/>
                  <a:pt x="21126" y="0"/>
                  <a:pt x="4718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95466" y="2139153"/>
            <a:ext cx="47187" cy="5450125"/>
          </a:xfrm>
          <a:custGeom>
            <a:avLst/>
            <a:gdLst/>
            <a:ahLst/>
            <a:cxnLst/>
            <a:rect l="l" t="t" r="r" b="b"/>
            <a:pathLst>
              <a:path w="47187" h="5450125">
                <a:moveTo>
                  <a:pt x="47187" y="0"/>
                </a:moveTo>
                <a:lnTo>
                  <a:pt x="47187" y="0"/>
                </a:lnTo>
                <a:lnTo>
                  <a:pt x="47187" y="5450125"/>
                </a:lnTo>
                <a:lnTo>
                  <a:pt x="47187" y="5450125"/>
                </a:lnTo>
                <a:cubicBezTo>
                  <a:pt x="21126" y="5450125"/>
                  <a:pt x="0" y="5428998"/>
                  <a:pt x="0" y="5402938"/>
                </a:cubicBezTo>
                <a:lnTo>
                  <a:pt x="0" y="47187"/>
                </a:lnTo>
                <a:cubicBezTo>
                  <a:pt x="0" y="21126"/>
                  <a:pt x="21126" y="0"/>
                  <a:pt x="4718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54996" y="2445870"/>
            <a:ext cx="566247" cy="566247"/>
          </a:xfrm>
          <a:custGeom>
            <a:avLst/>
            <a:gdLst/>
            <a:ahLst/>
            <a:cxnLst/>
            <a:rect l="l" t="t" r="r" b="b"/>
            <a:pathLst>
              <a:path w="566247" h="566247">
                <a:moveTo>
                  <a:pt x="94376" y="0"/>
                </a:moveTo>
                <a:lnTo>
                  <a:pt x="471870" y="0"/>
                </a:lnTo>
                <a:cubicBezTo>
                  <a:pt x="523958" y="0"/>
                  <a:pt x="566247" y="42289"/>
                  <a:pt x="566247" y="94376"/>
                </a:cubicBezTo>
                <a:lnTo>
                  <a:pt x="566247" y="471870"/>
                </a:lnTo>
                <a:cubicBezTo>
                  <a:pt x="566247" y="523993"/>
                  <a:pt x="523993" y="566247"/>
                  <a:pt x="471870" y="566247"/>
                </a:cubicBezTo>
                <a:lnTo>
                  <a:pt x="94376" y="566247"/>
                </a:lnTo>
                <a:cubicBezTo>
                  <a:pt x="42289" y="566247"/>
                  <a:pt x="0" y="523958"/>
                  <a:pt x="0" y="471870"/>
                </a:cubicBezTo>
                <a:lnTo>
                  <a:pt x="0" y="94376"/>
                </a:lnTo>
                <a:cubicBezTo>
                  <a:pt x="0" y="42254"/>
                  <a:pt x="42254" y="0"/>
                  <a:pt x="9437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14253" y="2587432"/>
            <a:ext cx="247733" cy="283123"/>
          </a:xfrm>
          <a:custGeom>
            <a:avLst/>
            <a:gdLst/>
            <a:ahLst/>
            <a:cxnLst/>
            <a:rect l="l" t="t" r="r" b="b"/>
            <a:pathLst>
              <a:path w="247733" h="283123">
                <a:moveTo>
                  <a:pt x="204269" y="70781"/>
                </a:moveTo>
                <a:lnTo>
                  <a:pt x="185302" y="44238"/>
                </a:lnTo>
                <a:lnTo>
                  <a:pt x="62486" y="44238"/>
                </a:lnTo>
                <a:lnTo>
                  <a:pt x="43519" y="70781"/>
                </a:lnTo>
                <a:lnTo>
                  <a:pt x="204269" y="70781"/>
                </a:lnTo>
                <a:close/>
                <a:moveTo>
                  <a:pt x="0" y="82117"/>
                </a:moveTo>
                <a:cubicBezTo>
                  <a:pt x="0" y="74762"/>
                  <a:pt x="2322" y="67574"/>
                  <a:pt x="6580" y="61546"/>
                </a:cubicBezTo>
                <a:lnTo>
                  <a:pt x="33676" y="23667"/>
                </a:lnTo>
                <a:cubicBezTo>
                  <a:pt x="40312" y="14377"/>
                  <a:pt x="51040" y="8848"/>
                  <a:pt x="62431" y="8848"/>
                </a:cubicBezTo>
                <a:lnTo>
                  <a:pt x="185247" y="8848"/>
                </a:lnTo>
                <a:cubicBezTo>
                  <a:pt x="196693" y="8848"/>
                  <a:pt x="207421" y="14377"/>
                  <a:pt x="214057" y="23667"/>
                </a:cubicBezTo>
                <a:lnTo>
                  <a:pt x="241097" y="61546"/>
                </a:lnTo>
                <a:cubicBezTo>
                  <a:pt x="245410" y="67574"/>
                  <a:pt x="247678" y="74762"/>
                  <a:pt x="247678" y="82117"/>
                </a:cubicBezTo>
                <a:lnTo>
                  <a:pt x="247733" y="230038"/>
                </a:lnTo>
                <a:cubicBezTo>
                  <a:pt x="247733" y="249558"/>
                  <a:pt x="231863" y="265428"/>
                  <a:pt x="212343" y="265428"/>
                </a:cubicBezTo>
                <a:lnTo>
                  <a:pt x="35390" y="265428"/>
                </a:lnTo>
                <a:cubicBezTo>
                  <a:pt x="15870" y="265428"/>
                  <a:pt x="0" y="249558"/>
                  <a:pt x="0" y="230038"/>
                </a:cubicBezTo>
                <a:lnTo>
                  <a:pt x="0" y="82117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462804" y="2375090"/>
            <a:ext cx="2099832" cy="42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87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资源管理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2804" y="2799775"/>
            <a:ext cx="2017254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6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Management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4996" y="3271647"/>
            <a:ext cx="7019100" cy="1580772"/>
          </a:xfrm>
          <a:custGeom>
            <a:avLst/>
            <a:gdLst/>
            <a:ahLst/>
            <a:cxnLst/>
            <a:rect l="l" t="t" r="r" b="b"/>
            <a:pathLst>
              <a:path w="7019100" h="1580772">
                <a:moveTo>
                  <a:pt x="94372" y="0"/>
                </a:moveTo>
                <a:lnTo>
                  <a:pt x="6924728" y="0"/>
                </a:lnTo>
                <a:cubicBezTo>
                  <a:pt x="6976848" y="0"/>
                  <a:pt x="7019100" y="42252"/>
                  <a:pt x="7019100" y="94372"/>
                </a:cubicBezTo>
                <a:lnTo>
                  <a:pt x="7019100" y="1486400"/>
                </a:lnTo>
                <a:cubicBezTo>
                  <a:pt x="7019100" y="1538520"/>
                  <a:pt x="6976848" y="1580772"/>
                  <a:pt x="6924728" y="1580772"/>
                </a:cubicBezTo>
                <a:lnTo>
                  <a:pt x="94372" y="1580772"/>
                </a:lnTo>
                <a:cubicBezTo>
                  <a:pt x="42252" y="1580772"/>
                  <a:pt x="0" y="1538520"/>
                  <a:pt x="0" y="1486400"/>
                </a:cubicBezTo>
                <a:lnTo>
                  <a:pt x="0" y="94372"/>
                </a:lnTo>
                <a:cubicBezTo>
                  <a:pt x="0" y="42287"/>
                  <a:pt x="42287" y="0"/>
                  <a:pt x="94372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79135" y="3531177"/>
            <a:ext cx="165155" cy="188749"/>
          </a:xfrm>
          <a:custGeom>
            <a:avLst/>
            <a:gdLst/>
            <a:ahLst/>
            <a:cxnLst/>
            <a:rect l="l" t="t" r="r" b="b"/>
            <a:pathLst>
              <a:path w="165155" h="188749">
                <a:moveTo>
                  <a:pt x="165155" y="75868"/>
                </a:moveTo>
                <a:cubicBezTo>
                  <a:pt x="159699" y="79481"/>
                  <a:pt x="153432" y="82393"/>
                  <a:pt x="146907" y="84716"/>
                </a:cubicBezTo>
                <a:cubicBezTo>
                  <a:pt x="129581" y="90909"/>
                  <a:pt x="106835" y="94374"/>
                  <a:pt x="82578" y="94374"/>
                </a:cubicBezTo>
                <a:cubicBezTo>
                  <a:pt x="58320" y="94374"/>
                  <a:pt x="35538" y="90872"/>
                  <a:pt x="18248" y="84716"/>
                </a:cubicBezTo>
                <a:cubicBezTo>
                  <a:pt x="11760" y="82393"/>
                  <a:pt x="5456" y="79481"/>
                  <a:pt x="0" y="75868"/>
                </a:cubicBezTo>
                <a:lnTo>
                  <a:pt x="0" y="106171"/>
                </a:lnTo>
                <a:cubicBezTo>
                  <a:pt x="0" y="122466"/>
                  <a:pt x="36976" y="135663"/>
                  <a:pt x="82578" y="135663"/>
                </a:cubicBezTo>
                <a:cubicBezTo>
                  <a:pt x="128180" y="135663"/>
                  <a:pt x="165155" y="122466"/>
                  <a:pt x="165155" y="106171"/>
                </a:cubicBezTo>
                <a:lnTo>
                  <a:pt x="165155" y="75868"/>
                </a:lnTo>
                <a:close/>
                <a:moveTo>
                  <a:pt x="165155" y="47187"/>
                </a:moveTo>
                <a:lnTo>
                  <a:pt x="165155" y="29492"/>
                </a:lnTo>
                <a:cubicBezTo>
                  <a:pt x="165155" y="13198"/>
                  <a:pt x="128180" y="0"/>
                  <a:pt x="82578" y="0"/>
                </a:cubicBezTo>
                <a:cubicBezTo>
                  <a:pt x="36976" y="0"/>
                  <a:pt x="0" y="13198"/>
                  <a:pt x="0" y="29492"/>
                </a:cubicBezTo>
                <a:lnTo>
                  <a:pt x="0" y="47187"/>
                </a:lnTo>
                <a:cubicBezTo>
                  <a:pt x="0" y="63482"/>
                  <a:pt x="36976" y="76679"/>
                  <a:pt x="82578" y="76679"/>
                </a:cubicBezTo>
                <a:cubicBezTo>
                  <a:pt x="128180" y="76679"/>
                  <a:pt x="165155" y="63482"/>
                  <a:pt x="165155" y="47187"/>
                </a:cubicBezTo>
                <a:close/>
                <a:moveTo>
                  <a:pt x="146907" y="143700"/>
                </a:moveTo>
                <a:cubicBezTo>
                  <a:pt x="129617" y="149856"/>
                  <a:pt x="106872" y="153358"/>
                  <a:pt x="82578" y="153358"/>
                </a:cubicBezTo>
                <a:cubicBezTo>
                  <a:pt x="58284" y="153358"/>
                  <a:pt x="35538" y="149856"/>
                  <a:pt x="18248" y="143700"/>
                </a:cubicBezTo>
                <a:cubicBezTo>
                  <a:pt x="11760" y="141377"/>
                  <a:pt x="5456" y="138465"/>
                  <a:pt x="0" y="134852"/>
                </a:cubicBezTo>
                <a:lnTo>
                  <a:pt x="0" y="159257"/>
                </a:lnTo>
                <a:cubicBezTo>
                  <a:pt x="0" y="175551"/>
                  <a:pt x="36976" y="188749"/>
                  <a:pt x="82578" y="188749"/>
                </a:cubicBezTo>
                <a:cubicBezTo>
                  <a:pt x="128180" y="188749"/>
                  <a:pt x="165155" y="175551"/>
                  <a:pt x="165155" y="159257"/>
                </a:cubicBezTo>
                <a:lnTo>
                  <a:pt x="165155" y="134852"/>
                </a:lnTo>
                <a:cubicBezTo>
                  <a:pt x="159699" y="138465"/>
                  <a:pt x="153432" y="141377"/>
                  <a:pt x="146907" y="14370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321242" y="3460396"/>
            <a:ext cx="1533585" cy="330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资源信息维护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3745" y="3885081"/>
            <a:ext cx="6735977" cy="306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支持资源的增删改查操作，维护资源基本信息、状态、所属类别等属性。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3745" y="4333359"/>
            <a:ext cx="1568975" cy="330311"/>
          </a:xfrm>
          <a:custGeom>
            <a:avLst/>
            <a:gdLst/>
            <a:ahLst/>
            <a:cxnLst/>
            <a:rect l="l" t="t" r="r" b="b"/>
            <a:pathLst>
              <a:path w="1568975" h="330311">
                <a:moveTo>
                  <a:pt x="165155" y="0"/>
                </a:moveTo>
                <a:lnTo>
                  <a:pt x="1403820" y="0"/>
                </a:lnTo>
                <a:cubicBezTo>
                  <a:pt x="1495033" y="0"/>
                  <a:pt x="1568975" y="73943"/>
                  <a:pt x="1568975" y="165155"/>
                </a:cubicBezTo>
                <a:lnTo>
                  <a:pt x="1568975" y="165155"/>
                </a:lnTo>
                <a:cubicBezTo>
                  <a:pt x="1568975" y="256368"/>
                  <a:pt x="1495033" y="330311"/>
                  <a:pt x="1403820" y="330311"/>
                </a:cubicBezTo>
                <a:lnTo>
                  <a:pt x="165155" y="330311"/>
                </a:lnTo>
                <a:cubicBezTo>
                  <a:pt x="74004" y="330311"/>
                  <a:pt x="0" y="256307"/>
                  <a:pt x="0" y="165155"/>
                </a:cubicBezTo>
                <a:lnTo>
                  <a:pt x="0" y="165155"/>
                </a:lnTo>
                <a:cubicBezTo>
                  <a:pt x="0" y="74004"/>
                  <a:pt x="74004" y="0"/>
                  <a:pt x="16515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43745" y="4333359"/>
            <a:ext cx="1651553" cy="330311"/>
          </a:xfrm>
          <a:prstGeom prst="rect">
            <a:avLst/>
          </a:prstGeom>
          <a:noFill/>
          <a:ln/>
        </p:spPr>
        <p:txBody>
          <a:bodyPr wrap="square" lIns="141562" tIns="47187" rIns="141562" bIns="47187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/resources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11027" y="4333359"/>
            <a:ext cx="1781318" cy="330311"/>
          </a:xfrm>
          <a:custGeom>
            <a:avLst/>
            <a:gdLst/>
            <a:ahLst/>
            <a:cxnLst/>
            <a:rect l="l" t="t" r="r" b="b"/>
            <a:pathLst>
              <a:path w="1781318" h="330311">
                <a:moveTo>
                  <a:pt x="165155" y="0"/>
                </a:moveTo>
                <a:lnTo>
                  <a:pt x="1616163" y="0"/>
                </a:lnTo>
                <a:cubicBezTo>
                  <a:pt x="1707375" y="0"/>
                  <a:pt x="1781318" y="73943"/>
                  <a:pt x="1781318" y="165155"/>
                </a:cubicBezTo>
                <a:lnTo>
                  <a:pt x="1781318" y="165155"/>
                </a:lnTo>
                <a:cubicBezTo>
                  <a:pt x="1781318" y="256368"/>
                  <a:pt x="1707375" y="330311"/>
                  <a:pt x="1616163" y="330311"/>
                </a:cubicBezTo>
                <a:lnTo>
                  <a:pt x="165155" y="330311"/>
                </a:lnTo>
                <a:cubicBezTo>
                  <a:pt x="74004" y="330311"/>
                  <a:pt x="0" y="256307"/>
                  <a:pt x="0" y="165155"/>
                </a:cubicBezTo>
                <a:lnTo>
                  <a:pt x="0" y="165155"/>
                </a:lnTo>
                <a:cubicBezTo>
                  <a:pt x="0" y="74004"/>
                  <a:pt x="74004" y="0"/>
                  <a:pt x="16515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611027" y="4333359"/>
            <a:ext cx="1863896" cy="330311"/>
          </a:xfrm>
          <a:prstGeom prst="rect">
            <a:avLst/>
          </a:prstGeom>
          <a:noFill/>
          <a:ln/>
        </p:spPr>
        <p:txBody>
          <a:bodyPr wrap="square" lIns="141562" tIns="47187" rIns="141562" bIns="47187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 /resources/{id}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82787" y="4333359"/>
            <a:ext cx="2064441" cy="330311"/>
          </a:xfrm>
          <a:custGeom>
            <a:avLst/>
            <a:gdLst/>
            <a:ahLst/>
            <a:cxnLst/>
            <a:rect l="l" t="t" r="r" b="b"/>
            <a:pathLst>
              <a:path w="2064441" h="330311">
                <a:moveTo>
                  <a:pt x="165155" y="0"/>
                </a:moveTo>
                <a:lnTo>
                  <a:pt x="1899286" y="0"/>
                </a:lnTo>
                <a:cubicBezTo>
                  <a:pt x="1990499" y="0"/>
                  <a:pt x="2064441" y="73943"/>
                  <a:pt x="2064441" y="165155"/>
                </a:cubicBezTo>
                <a:lnTo>
                  <a:pt x="2064441" y="165155"/>
                </a:lnTo>
                <a:cubicBezTo>
                  <a:pt x="2064441" y="256368"/>
                  <a:pt x="1990499" y="330311"/>
                  <a:pt x="1899286" y="330311"/>
                </a:cubicBezTo>
                <a:lnTo>
                  <a:pt x="165155" y="330311"/>
                </a:lnTo>
                <a:cubicBezTo>
                  <a:pt x="74004" y="330311"/>
                  <a:pt x="0" y="256307"/>
                  <a:pt x="0" y="165155"/>
                </a:cubicBezTo>
                <a:lnTo>
                  <a:pt x="0" y="165155"/>
                </a:lnTo>
                <a:cubicBezTo>
                  <a:pt x="0" y="74004"/>
                  <a:pt x="74004" y="0"/>
                  <a:pt x="16515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482787" y="4333359"/>
            <a:ext cx="2147019" cy="330311"/>
          </a:xfrm>
          <a:prstGeom prst="rect">
            <a:avLst/>
          </a:prstGeom>
          <a:noFill/>
          <a:ln/>
        </p:spPr>
        <p:txBody>
          <a:bodyPr wrap="square" lIns="141562" tIns="47187" rIns="141562" bIns="47187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 /resources/{id}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4996" y="4993981"/>
            <a:ext cx="7019100" cy="1108900"/>
          </a:xfrm>
          <a:custGeom>
            <a:avLst/>
            <a:gdLst/>
            <a:ahLst/>
            <a:cxnLst/>
            <a:rect l="l" t="t" r="r" b="b"/>
            <a:pathLst>
              <a:path w="7019100" h="1108900">
                <a:moveTo>
                  <a:pt x="94378" y="0"/>
                </a:moveTo>
                <a:lnTo>
                  <a:pt x="6924722" y="0"/>
                </a:lnTo>
                <a:cubicBezTo>
                  <a:pt x="6976845" y="0"/>
                  <a:pt x="7019100" y="42255"/>
                  <a:pt x="7019100" y="94378"/>
                </a:cubicBezTo>
                <a:lnTo>
                  <a:pt x="7019100" y="1014521"/>
                </a:lnTo>
                <a:cubicBezTo>
                  <a:pt x="7019100" y="1066645"/>
                  <a:pt x="6976845" y="1108900"/>
                  <a:pt x="6924722" y="1108900"/>
                </a:cubicBezTo>
                <a:lnTo>
                  <a:pt x="94378" y="1108900"/>
                </a:lnTo>
                <a:cubicBezTo>
                  <a:pt x="42255" y="1108900"/>
                  <a:pt x="0" y="1066645"/>
                  <a:pt x="0" y="1014521"/>
                </a:cubicBezTo>
                <a:lnTo>
                  <a:pt x="0" y="94378"/>
                </a:lnTo>
                <a:cubicBezTo>
                  <a:pt x="0" y="42290"/>
                  <a:pt x="42290" y="0"/>
                  <a:pt x="94378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67338" y="5253510"/>
            <a:ext cx="188749" cy="188749"/>
          </a:xfrm>
          <a:custGeom>
            <a:avLst/>
            <a:gdLst/>
            <a:ahLst/>
            <a:cxnLst/>
            <a:rect l="l" t="t" r="r" b="b"/>
            <a:pathLst>
              <a:path w="188749" h="188749">
                <a:moveTo>
                  <a:pt x="11797" y="23594"/>
                </a:moveTo>
                <a:cubicBezTo>
                  <a:pt x="7041" y="23594"/>
                  <a:pt x="2728" y="26469"/>
                  <a:pt x="885" y="30893"/>
                </a:cubicBezTo>
                <a:cubicBezTo>
                  <a:pt x="-958" y="35317"/>
                  <a:pt x="74" y="40367"/>
                  <a:pt x="3465" y="43722"/>
                </a:cubicBezTo>
                <a:lnTo>
                  <a:pt x="70781" y="111074"/>
                </a:lnTo>
                <a:lnTo>
                  <a:pt x="70781" y="153358"/>
                </a:lnTo>
                <a:cubicBezTo>
                  <a:pt x="70781" y="156492"/>
                  <a:pt x="72034" y="159478"/>
                  <a:pt x="74246" y="161690"/>
                </a:cubicBezTo>
                <a:lnTo>
                  <a:pt x="97840" y="185284"/>
                </a:lnTo>
                <a:cubicBezTo>
                  <a:pt x="101231" y="188675"/>
                  <a:pt x="106282" y="189671"/>
                  <a:pt x="110706" y="187827"/>
                </a:cubicBezTo>
                <a:cubicBezTo>
                  <a:pt x="115129" y="185984"/>
                  <a:pt x="117968" y="181708"/>
                  <a:pt x="117968" y="176952"/>
                </a:cubicBezTo>
                <a:lnTo>
                  <a:pt x="117968" y="111074"/>
                </a:lnTo>
                <a:lnTo>
                  <a:pt x="185284" y="43759"/>
                </a:lnTo>
                <a:cubicBezTo>
                  <a:pt x="188675" y="40367"/>
                  <a:pt x="189671" y="35317"/>
                  <a:pt x="187827" y="30893"/>
                </a:cubicBezTo>
                <a:cubicBezTo>
                  <a:pt x="185984" y="26469"/>
                  <a:pt x="181708" y="23594"/>
                  <a:pt x="176952" y="23594"/>
                </a:cubicBezTo>
                <a:lnTo>
                  <a:pt x="11797" y="23594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321242" y="5182730"/>
            <a:ext cx="1297649" cy="330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多维度查询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3745" y="5607415"/>
            <a:ext cx="6735977" cy="306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支持按ID精确查询、按类别筛选，提供完整的资源列表视图。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4996" y="6244442"/>
            <a:ext cx="7019100" cy="1108900"/>
          </a:xfrm>
          <a:custGeom>
            <a:avLst/>
            <a:gdLst/>
            <a:ahLst/>
            <a:cxnLst/>
            <a:rect l="l" t="t" r="r" b="b"/>
            <a:pathLst>
              <a:path w="7019100" h="1108900">
                <a:moveTo>
                  <a:pt x="94378" y="0"/>
                </a:moveTo>
                <a:lnTo>
                  <a:pt x="6924722" y="0"/>
                </a:lnTo>
                <a:cubicBezTo>
                  <a:pt x="6976845" y="0"/>
                  <a:pt x="7019100" y="42255"/>
                  <a:pt x="7019100" y="94378"/>
                </a:cubicBezTo>
                <a:lnTo>
                  <a:pt x="7019100" y="1014521"/>
                </a:lnTo>
                <a:cubicBezTo>
                  <a:pt x="7019100" y="1066645"/>
                  <a:pt x="6976845" y="1108900"/>
                  <a:pt x="6924722" y="1108900"/>
                </a:cubicBezTo>
                <a:lnTo>
                  <a:pt x="94378" y="1108900"/>
                </a:lnTo>
                <a:cubicBezTo>
                  <a:pt x="42255" y="1108900"/>
                  <a:pt x="0" y="1066645"/>
                  <a:pt x="0" y="1014521"/>
                </a:cubicBezTo>
                <a:lnTo>
                  <a:pt x="0" y="94378"/>
                </a:lnTo>
                <a:cubicBezTo>
                  <a:pt x="0" y="42290"/>
                  <a:pt x="42290" y="0"/>
                  <a:pt x="94378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979135" y="6503972"/>
            <a:ext cx="165155" cy="188749"/>
          </a:xfrm>
          <a:custGeom>
            <a:avLst/>
            <a:gdLst/>
            <a:ahLst/>
            <a:cxnLst/>
            <a:rect l="l" t="t" r="r" b="b"/>
            <a:pathLst>
              <a:path w="165155" h="188749">
                <a:moveTo>
                  <a:pt x="47187" y="0"/>
                </a:moveTo>
                <a:cubicBezTo>
                  <a:pt x="53712" y="0"/>
                  <a:pt x="58984" y="5272"/>
                  <a:pt x="58984" y="11797"/>
                </a:cubicBezTo>
                <a:lnTo>
                  <a:pt x="58984" y="23594"/>
                </a:lnTo>
                <a:lnTo>
                  <a:pt x="106171" y="23594"/>
                </a:lnTo>
                <a:lnTo>
                  <a:pt x="106171" y="11797"/>
                </a:lnTo>
                <a:cubicBezTo>
                  <a:pt x="106171" y="5272"/>
                  <a:pt x="111443" y="0"/>
                  <a:pt x="117968" y="0"/>
                </a:cubicBezTo>
                <a:cubicBezTo>
                  <a:pt x="124493" y="0"/>
                  <a:pt x="129765" y="5272"/>
                  <a:pt x="129765" y="11797"/>
                </a:cubicBezTo>
                <a:lnTo>
                  <a:pt x="129765" y="23594"/>
                </a:lnTo>
                <a:lnTo>
                  <a:pt x="141562" y="23594"/>
                </a:lnTo>
                <a:cubicBezTo>
                  <a:pt x="154575" y="23594"/>
                  <a:pt x="165155" y="34174"/>
                  <a:pt x="165155" y="47187"/>
                </a:cubicBezTo>
                <a:lnTo>
                  <a:pt x="165155" y="153358"/>
                </a:lnTo>
                <a:cubicBezTo>
                  <a:pt x="165155" y="166372"/>
                  <a:pt x="154575" y="176952"/>
                  <a:pt x="141562" y="176952"/>
                </a:cubicBezTo>
                <a:lnTo>
                  <a:pt x="23594" y="176952"/>
                </a:lnTo>
                <a:cubicBezTo>
                  <a:pt x="10580" y="176952"/>
                  <a:pt x="0" y="166372"/>
                  <a:pt x="0" y="153358"/>
                </a:cubicBezTo>
                <a:lnTo>
                  <a:pt x="0" y="47187"/>
                </a:lnTo>
                <a:cubicBezTo>
                  <a:pt x="0" y="34174"/>
                  <a:pt x="10580" y="23594"/>
                  <a:pt x="23594" y="23594"/>
                </a:cubicBezTo>
                <a:lnTo>
                  <a:pt x="35390" y="23594"/>
                </a:lnTo>
                <a:lnTo>
                  <a:pt x="35390" y="11797"/>
                </a:lnTo>
                <a:cubicBezTo>
                  <a:pt x="35390" y="5272"/>
                  <a:pt x="40662" y="0"/>
                  <a:pt x="47187" y="0"/>
                </a:cubicBezTo>
                <a:close/>
                <a:moveTo>
                  <a:pt x="113692" y="84310"/>
                </a:moveTo>
                <a:cubicBezTo>
                  <a:pt x="116272" y="80181"/>
                  <a:pt x="115019" y="74725"/>
                  <a:pt x="110890" y="72108"/>
                </a:cubicBezTo>
                <a:cubicBezTo>
                  <a:pt x="106761" y="69491"/>
                  <a:pt x="101305" y="70781"/>
                  <a:pt x="98688" y="74910"/>
                </a:cubicBezTo>
                <a:lnTo>
                  <a:pt x="76053" y="111148"/>
                </a:lnTo>
                <a:lnTo>
                  <a:pt x="66099" y="97877"/>
                </a:lnTo>
                <a:cubicBezTo>
                  <a:pt x="63150" y="93969"/>
                  <a:pt x="57620" y="93158"/>
                  <a:pt x="53712" y="96107"/>
                </a:cubicBezTo>
                <a:cubicBezTo>
                  <a:pt x="49805" y="99056"/>
                  <a:pt x="48994" y="104586"/>
                  <a:pt x="51943" y="108494"/>
                </a:cubicBezTo>
                <a:lnTo>
                  <a:pt x="69638" y="132087"/>
                </a:lnTo>
                <a:cubicBezTo>
                  <a:pt x="71371" y="134410"/>
                  <a:pt x="74172" y="135737"/>
                  <a:pt x="77085" y="135626"/>
                </a:cubicBezTo>
                <a:cubicBezTo>
                  <a:pt x="79997" y="135516"/>
                  <a:pt x="82651" y="133967"/>
                  <a:pt x="84200" y="131461"/>
                </a:cubicBezTo>
                <a:lnTo>
                  <a:pt x="113692" y="84273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321242" y="6433191"/>
            <a:ext cx="1769521" cy="330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资源时间段视图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3745" y="6857876"/>
            <a:ext cx="6735977" cy="306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提供指定时间段内的资源占用情况，以可视化方式展示资源日程。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68210" y="2139153"/>
            <a:ext cx="7514566" cy="5450125"/>
          </a:xfrm>
          <a:custGeom>
            <a:avLst/>
            <a:gdLst/>
            <a:ahLst/>
            <a:cxnLst/>
            <a:rect l="l" t="t" r="r" b="b"/>
            <a:pathLst>
              <a:path w="7514566" h="5450125">
                <a:moveTo>
                  <a:pt x="47187" y="0"/>
                </a:moveTo>
                <a:lnTo>
                  <a:pt x="7420170" y="0"/>
                </a:lnTo>
                <a:cubicBezTo>
                  <a:pt x="7472303" y="0"/>
                  <a:pt x="7514566" y="42263"/>
                  <a:pt x="7514566" y="94396"/>
                </a:cubicBezTo>
                <a:lnTo>
                  <a:pt x="7514566" y="5355729"/>
                </a:lnTo>
                <a:cubicBezTo>
                  <a:pt x="7514566" y="5407862"/>
                  <a:pt x="7472303" y="5450125"/>
                  <a:pt x="7420170" y="5450125"/>
                </a:cubicBezTo>
                <a:lnTo>
                  <a:pt x="47187" y="5450125"/>
                </a:lnTo>
                <a:cubicBezTo>
                  <a:pt x="21126" y="5450125"/>
                  <a:pt x="0" y="5428998"/>
                  <a:pt x="0" y="5402938"/>
                </a:cubicBezTo>
                <a:lnTo>
                  <a:pt x="0" y="47187"/>
                </a:lnTo>
                <a:cubicBezTo>
                  <a:pt x="0" y="21126"/>
                  <a:pt x="21126" y="0"/>
                  <a:pt x="4718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268210" y="2139153"/>
            <a:ext cx="47187" cy="5450125"/>
          </a:xfrm>
          <a:custGeom>
            <a:avLst/>
            <a:gdLst/>
            <a:ahLst/>
            <a:cxnLst/>
            <a:rect l="l" t="t" r="r" b="b"/>
            <a:pathLst>
              <a:path w="47187" h="5450125">
                <a:moveTo>
                  <a:pt x="47187" y="0"/>
                </a:moveTo>
                <a:lnTo>
                  <a:pt x="47187" y="0"/>
                </a:lnTo>
                <a:lnTo>
                  <a:pt x="47187" y="5450125"/>
                </a:lnTo>
                <a:lnTo>
                  <a:pt x="47187" y="5450125"/>
                </a:lnTo>
                <a:cubicBezTo>
                  <a:pt x="21126" y="5450125"/>
                  <a:pt x="0" y="5428998"/>
                  <a:pt x="0" y="5402938"/>
                </a:cubicBezTo>
                <a:lnTo>
                  <a:pt x="0" y="47187"/>
                </a:lnTo>
                <a:cubicBezTo>
                  <a:pt x="0" y="21126"/>
                  <a:pt x="21126" y="0"/>
                  <a:pt x="4718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527740" y="2445870"/>
            <a:ext cx="566247" cy="566247"/>
          </a:xfrm>
          <a:custGeom>
            <a:avLst/>
            <a:gdLst/>
            <a:ahLst/>
            <a:cxnLst/>
            <a:rect l="l" t="t" r="r" b="b"/>
            <a:pathLst>
              <a:path w="566247" h="566247">
                <a:moveTo>
                  <a:pt x="94376" y="0"/>
                </a:moveTo>
                <a:lnTo>
                  <a:pt x="471870" y="0"/>
                </a:lnTo>
                <a:cubicBezTo>
                  <a:pt x="523958" y="0"/>
                  <a:pt x="566247" y="42289"/>
                  <a:pt x="566247" y="94376"/>
                </a:cubicBezTo>
                <a:lnTo>
                  <a:pt x="566247" y="471870"/>
                </a:lnTo>
                <a:cubicBezTo>
                  <a:pt x="566247" y="523993"/>
                  <a:pt x="523993" y="566247"/>
                  <a:pt x="471870" y="566247"/>
                </a:cubicBezTo>
                <a:lnTo>
                  <a:pt x="94376" y="566247"/>
                </a:lnTo>
                <a:cubicBezTo>
                  <a:pt x="42289" y="566247"/>
                  <a:pt x="0" y="523958"/>
                  <a:pt x="0" y="471870"/>
                </a:cubicBezTo>
                <a:lnTo>
                  <a:pt x="0" y="94376"/>
                </a:lnTo>
                <a:cubicBezTo>
                  <a:pt x="0" y="42254"/>
                  <a:pt x="42254" y="0"/>
                  <a:pt x="9437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651606" y="2587432"/>
            <a:ext cx="318514" cy="283123"/>
          </a:xfrm>
          <a:custGeom>
            <a:avLst/>
            <a:gdLst/>
            <a:ahLst/>
            <a:cxnLst/>
            <a:rect l="l" t="t" r="r" b="b"/>
            <a:pathLst>
              <a:path w="318514" h="283123">
                <a:moveTo>
                  <a:pt x="221854" y="21621"/>
                </a:moveTo>
                <a:lnTo>
                  <a:pt x="303805" y="104734"/>
                </a:lnTo>
                <a:cubicBezTo>
                  <a:pt x="319122" y="120272"/>
                  <a:pt x="319122" y="145156"/>
                  <a:pt x="303805" y="160695"/>
                </a:cubicBezTo>
                <a:lnTo>
                  <a:pt x="217319" y="248231"/>
                </a:lnTo>
                <a:cubicBezTo>
                  <a:pt x="212177" y="253429"/>
                  <a:pt x="203771" y="253484"/>
                  <a:pt x="198573" y="248341"/>
                </a:cubicBezTo>
                <a:cubicBezTo>
                  <a:pt x="193375" y="243199"/>
                  <a:pt x="193320" y="234793"/>
                  <a:pt x="198463" y="229595"/>
                </a:cubicBezTo>
                <a:lnTo>
                  <a:pt x="284948" y="142004"/>
                </a:lnTo>
                <a:cubicBezTo>
                  <a:pt x="290036" y="136861"/>
                  <a:pt x="290036" y="128511"/>
                  <a:pt x="284948" y="123369"/>
                </a:cubicBezTo>
                <a:lnTo>
                  <a:pt x="202942" y="40312"/>
                </a:lnTo>
                <a:cubicBezTo>
                  <a:pt x="197799" y="35114"/>
                  <a:pt x="197855" y="26709"/>
                  <a:pt x="203053" y="21566"/>
                </a:cubicBezTo>
                <a:cubicBezTo>
                  <a:pt x="208251" y="16423"/>
                  <a:pt x="216656" y="16479"/>
                  <a:pt x="221798" y="21677"/>
                </a:cubicBezTo>
                <a:close/>
                <a:moveTo>
                  <a:pt x="17751" y="126908"/>
                </a:moveTo>
                <a:lnTo>
                  <a:pt x="17751" y="53086"/>
                </a:lnTo>
                <a:cubicBezTo>
                  <a:pt x="17751" y="33566"/>
                  <a:pt x="33621" y="17695"/>
                  <a:pt x="53141" y="17695"/>
                </a:cubicBezTo>
                <a:lnTo>
                  <a:pt x="126963" y="17695"/>
                </a:lnTo>
                <a:cubicBezTo>
                  <a:pt x="136364" y="17695"/>
                  <a:pt x="145377" y="21400"/>
                  <a:pt x="152013" y="28036"/>
                </a:cubicBezTo>
                <a:lnTo>
                  <a:pt x="231641" y="107664"/>
                </a:lnTo>
                <a:cubicBezTo>
                  <a:pt x="245466" y="121489"/>
                  <a:pt x="245466" y="143884"/>
                  <a:pt x="231641" y="157709"/>
                </a:cubicBezTo>
                <a:lnTo>
                  <a:pt x="157819" y="231531"/>
                </a:lnTo>
                <a:cubicBezTo>
                  <a:pt x="143995" y="245355"/>
                  <a:pt x="121599" y="245355"/>
                  <a:pt x="107775" y="231531"/>
                </a:cubicBezTo>
                <a:lnTo>
                  <a:pt x="28146" y="151902"/>
                </a:lnTo>
                <a:cubicBezTo>
                  <a:pt x="21511" y="145267"/>
                  <a:pt x="17806" y="136253"/>
                  <a:pt x="17806" y="126853"/>
                </a:cubicBezTo>
                <a:close/>
                <a:moveTo>
                  <a:pt x="97379" y="79628"/>
                </a:moveTo>
                <a:cubicBezTo>
                  <a:pt x="97379" y="69862"/>
                  <a:pt x="89450" y="61933"/>
                  <a:pt x="79684" y="61933"/>
                </a:cubicBezTo>
                <a:cubicBezTo>
                  <a:pt x="69917" y="61933"/>
                  <a:pt x="61989" y="69862"/>
                  <a:pt x="61989" y="79628"/>
                </a:cubicBezTo>
                <a:cubicBezTo>
                  <a:pt x="61989" y="89395"/>
                  <a:pt x="69917" y="97324"/>
                  <a:pt x="79684" y="97324"/>
                </a:cubicBezTo>
                <a:cubicBezTo>
                  <a:pt x="89450" y="97324"/>
                  <a:pt x="97379" y="89395"/>
                  <a:pt x="97379" y="79628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235548" y="2375090"/>
            <a:ext cx="2076238" cy="42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87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类别管理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35548" y="2799775"/>
            <a:ext cx="1993660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6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 Management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27740" y="3271647"/>
            <a:ext cx="7019100" cy="1580772"/>
          </a:xfrm>
          <a:custGeom>
            <a:avLst/>
            <a:gdLst/>
            <a:ahLst/>
            <a:cxnLst/>
            <a:rect l="l" t="t" r="r" b="b"/>
            <a:pathLst>
              <a:path w="7019100" h="1580772">
                <a:moveTo>
                  <a:pt x="94372" y="0"/>
                </a:moveTo>
                <a:lnTo>
                  <a:pt x="6924728" y="0"/>
                </a:lnTo>
                <a:cubicBezTo>
                  <a:pt x="6976848" y="0"/>
                  <a:pt x="7019100" y="42252"/>
                  <a:pt x="7019100" y="94372"/>
                </a:cubicBezTo>
                <a:lnTo>
                  <a:pt x="7019100" y="1486400"/>
                </a:lnTo>
                <a:cubicBezTo>
                  <a:pt x="7019100" y="1538520"/>
                  <a:pt x="6976848" y="1580772"/>
                  <a:pt x="6924728" y="1580772"/>
                </a:cubicBezTo>
                <a:lnTo>
                  <a:pt x="94372" y="1580772"/>
                </a:lnTo>
                <a:cubicBezTo>
                  <a:pt x="42252" y="1580772"/>
                  <a:pt x="0" y="1538520"/>
                  <a:pt x="0" y="1486400"/>
                </a:cubicBezTo>
                <a:lnTo>
                  <a:pt x="0" y="94372"/>
                </a:lnTo>
                <a:cubicBezTo>
                  <a:pt x="0" y="42287"/>
                  <a:pt x="42287" y="0"/>
                  <a:pt x="94372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740082" y="3531177"/>
            <a:ext cx="188749" cy="188749"/>
          </a:xfrm>
          <a:custGeom>
            <a:avLst/>
            <a:gdLst/>
            <a:ahLst/>
            <a:cxnLst/>
            <a:rect l="l" t="t" r="r" b="b"/>
            <a:pathLst>
              <a:path w="188749" h="188749">
                <a:moveTo>
                  <a:pt x="70781" y="23594"/>
                </a:moveTo>
                <a:cubicBezTo>
                  <a:pt x="70781" y="17069"/>
                  <a:pt x="76053" y="11797"/>
                  <a:pt x="82578" y="11797"/>
                </a:cubicBezTo>
                <a:lnTo>
                  <a:pt x="106171" y="11797"/>
                </a:lnTo>
                <a:cubicBezTo>
                  <a:pt x="112696" y="11797"/>
                  <a:pt x="117968" y="17069"/>
                  <a:pt x="117968" y="23594"/>
                </a:cubicBezTo>
                <a:lnTo>
                  <a:pt x="117968" y="47187"/>
                </a:lnTo>
                <a:cubicBezTo>
                  <a:pt x="117968" y="53712"/>
                  <a:pt x="112696" y="58984"/>
                  <a:pt x="106171" y="58984"/>
                </a:cubicBezTo>
                <a:lnTo>
                  <a:pt x="103222" y="58984"/>
                </a:lnTo>
                <a:lnTo>
                  <a:pt x="103222" y="82578"/>
                </a:lnTo>
                <a:lnTo>
                  <a:pt x="147460" y="82578"/>
                </a:lnTo>
                <a:cubicBezTo>
                  <a:pt x="162132" y="82578"/>
                  <a:pt x="174003" y="94448"/>
                  <a:pt x="174003" y="109120"/>
                </a:cubicBezTo>
                <a:lnTo>
                  <a:pt x="174003" y="129765"/>
                </a:lnTo>
                <a:lnTo>
                  <a:pt x="176952" y="129765"/>
                </a:lnTo>
                <a:cubicBezTo>
                  <a:pt x="183477" y="129765"/>
                  <a:pt x="188749" y="135037"/>
                  <a:pt x="188749" y="141562"/>
                </a:cubicBezTo>
                <a:lnTo>
                  <a:pt x="188749" y="165155"/>
                </a:lnTo>
                <a:cubicBezTo>
                  <a:pt x="188749" y="171680"/>
                  <a:pt x="183477" y="176952"/>
                  <a:pt x="176952" y="176952"/>
                </a:cubicBezTo>
                <a:lnTo>
                  <a:pt x="153358" y="176952"/>
                </a:lnTo>
                <a:cubicBezTo>
                  <a:pt x="146833" y="176952"/>
                  <a:pt x="141562" y="171680"/>
                  <a:pt x="141562" y="165155"/>
                </a:cubicBezTo>
                <a:lnTo>
                  <a:pt x="141562" y="141562"/>
                </a:lnTo>
                <a:cubicBezTo>
                  <a:pt x="141562" y="135037"/>
                  <a:pt x="146833" y="129765"/>
                  <a:pt x="153358" y="129765"/>
                </a:cubicBezTo>
                <a:lnTo>
                  <a:pt x="156308" y="129765"/>
                </a:lnTo>
                <a:lnTo>
                  <a:pt x="156308" y="109120"/>
                </a:lnTo>
                <a:cubicBezTo>
                  <a:pt x="156308" y="104217"/>
                  <a:pt x="152363" y="100273"/>
                  <a:pt x="147460" y="100273"/>
                </a:cubicBezTo>
                <a:lnTo>
                  <a:pt x="103222" y="100273"/>
                </a:lnTo>
                <a:lnTo>
                  <a:pt x="103222" y="129765"/>
                </a:lnTo>
                <a:lnTo>
                  <a:pt x="106171" y="129765"/>
                </a:lnTo>
                <a:cubicBezTo>
                  <a:pt x="112696" y="129765"/>
                  <a:pt x="117968" y="135037"/>
                  <a:pt x="117968" y="141562"/>
                </a:cubicBezTo>
                <a:lnTo>
                  <a:pt x="117968" y="165155"/>
                </a:lnTo>
                <a:cubicBezTo>
                  <a:pt x="117968" y="171680"/>
                  <a:pt x="112696" y="176952"/>
                  <a:pt x="106171" y="176952"/>
                </a:cubicBezTo>
                <a:lnTo>
                  <a:pt x="82578" y="176952"/>
                </a:lnTo>
                <a:cubicBezTo>
                  <a:pt x="76053" y="176952"/>
                  <a:pt x="70781" y="171680"/>
                  <a:pt x="70781" y="165155"/>
                </a:cubicBezTo>
                <a:lnTo>
                  <a:pt x="70781" y="141562"/>
                </a:lnTo>
                <a:cubicBezTo>
                  <a:pt x="70781" y="135037"/>
                  <a:pt x="76053" y="129765"/>
                  <a:pt x="82578" y="129765"/>
                </a:cubicBezTo>
                <a:lnTo>
                  <a:pt x="85527" y="129765"/>
                </a:lnTo>
                <a:lnTo>
                  <a:pt x="85527" y="100273"/>
                </a:lnTo>
                <a:lnTo>
                  <a:pt x="41289" y="100273"/>
                </a:lnTo>
                <a:cubicBezTo>
                  <a:pt x="36386" y="100273"/>
                  <a:pt x="32441" y="104217"/>
                  <a:pt x="32441" y="109120"/>
                </a:cubicBezTo>
                <a:lnTo>
                  <a:pt x="32441" y="129765"/>
                </a:lnTo>
                <a:lnTo>
                  <a:pt x="35390" y="129765"/>
                </a:lnTo>
                <a:cubicBezTo>
                  <a:pt x="41916" y="129765"/>
                  <a:pt x="47187" y="135037"/>
                  <a:pt x="47187" y="141562"/>
                </a:cubicBezTo>
                <a:lnTo>
                  <a:pt x="47187" y="165155"/>
                </a:lnTo>
                <a:cubicBezTo>
                  <a:pt x="47187" y="171680"/>
                  <a:pt x="41916" y="176952"/>
                  <a:pt x="35390" y="176952"/>
                </a:cubicBezTo>
                <a:lnTo>
                  <a:pt x="11797" y="176952"/>
                </a:lnTo>
                <a:cubicBezTo>
                  <a:pt x="5272" y="176952"/>
                  <a:pt x="0" y="171680"/>
                  <a:pt x="0" y="165155"/>
                </a:cubicBezTo>
                <a:lnTo>
                  <a:pt x="0" y="141562"/>
                </a:lnTo>
                <a:cubicBezTo>
                  <a:pt x="0" y="135037"/>
                  <a:pt x="5272" y="129765"/>
                  <a:pt x="11797" y="129765"/>
                </a:cubicBezTo>
                <a:lnTo>
                  <a:pt x="14746" y="129765"/>
                </a:lnTo>
                <a:lnTo>
                  <a:pt x="14746" y="109120"/>
                </a:lnTo>
                <a:cubicBezTo>
                  <a:pt x="14746" y="94448"/>
                  <a:pt x="26617" y="82578"/>
                  <a:pt x="41289" y="82578"/>
                </a:cubicBezTo>
                <a:lnTo>
                  <a:pt x="85527" y="82578"/>
                </a:lnTo>
                <a:lnTo>
                  <a:pt x="85527" y="58984"/>
                </a:lnTo>
                <a:lnTo>
                  <a:pt x="82578" y="58984"/>
                </a:lnTo>
                <a:cubicBezTo>
                  <a:pt x="76053" y="58984"/>
                  <a:pt x="70781" y="53712"/>
                  <a:pt x="70781" y="47187"/>
                </a:cubicBezTo>
                <a:lnTo>
                  <a:pt x="70781" y="23594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093987" y="3460396"/>
            <a:ext cx="1533585" cy="330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资源类别维护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16489" y="3885081"/>
            <a:ext cx="6735977" cy="306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维护资源分类体系，支持类别的增删改查，为资源分类管理提供基础数据。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716489" y="4333359"/>
            <a:ext cx="1498194" cy="330311"/>
          </a:xfrm>
          <a:custGeom>
            <a:avLst/>
            <a:gdLst/>
            <a:ahLst/>
            <a:cxnLst/>
            <a:rect l="l" t="t" r="r" b="b"/>
            <a:pathLst>
              <a:path w="1498194" h="330311">
                <a:moveTo>
                  <a:pt x="165155" y="0"/>
                </a:moveTo>
                <a:lnTo>
                  <a:pt x="1333039" y="0"/>
                </a:lnTo>
                <a:cubicBezTo>
                  <a:pt x="1424252" y="0"/>
                  <a:pt x="1498194" y="73943"/>
                  <a:pt x="1498194" y="165155"/>
                </a:cubicBezTo>
                <a:lnTo>
                  <a:pt x="1498194" y="165155"/>
                </a:lnTo>
                <a:cubicBezTo>
                  <a:pt x="1498194" y="256368"/>
                  <a:pt x="1424252" y="330311"/>
                  <a:pt x="1333039" y="330311"/>
                </a:cubicBezTo>
                <a:lnTo>
                  <a:pt x="165155" y="330311"/>
                </a:lnTo>
                <a:cubicBezTo>
                  <a:pt x="74004" y="330311"/>
                  <a:pt x="0" y="256307"/>
                  <a:pt x="0" y="165155"/>
                </a:cubicBezTo>
                <a:lnTo>
                  <a:pt x="0" y="165155"/>
                </a:lnTo>
                <a:cubicBezTo>
                  <a:pt x="0" y="74004"/>
                  <a:pt x="74004" y="0"/>
                  <a:pt x="16515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716489" y="4333359"/>
            <a:ext cx="1580772" cy="330311"/>
          </a:xfrm>
          <a:prstGeom prst="rect">
            <a:avLst/>
          </a:prstGeom>
          <a:noFill/>
          <a:ln/>
        </p:spPr>
        <p:txBody>
          <a:bodyPr wrap="square" lIns="141562" tIns="47187" rIns="141562" bIns="47187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/categories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312990" y="4333359"/>
            <a:ext cx="1616163" cy="330311"/>
          </a:xfrm>
          <a:custGeom>
            <a:avLst/>
            <a:gdLst/>
            <a:ahLst/>
            <a:cxnLst/>
            <a:rect l="l" t="t" r="r" b="b"/>
            <a:pathLst>
              <a:path w="1616163" h="330311">
                <a:moveTo>
                  <a:pt x="165155" y="0"/>
                </a:moveTo>
                <a:lnTo>
                  <a:pt x="1451007" y="0"/>
                </a:lnTo>
                <a:cubicBezTo>
                  <a:pt x="1542220" y="0"/>
                  <a:pt x="1616163" y="73943"/>
                  <a:pt x="1616163" y="165155"/>
                </a:cubicBezTo>
                <a:lnTo>
                  <a:pt x="1616163" y="165155"/>
                </a:lnTo>
                <a:cubicBezTo>
                  <a:pt x="1616163" y="256368"/>
                  <a:pt x="1542220" y="330311"/>
                  <a:pt x="1451007" y="330311"/>
                </a:cubicBezTo>
                <a:lnTo>
                  <a:pt x="165155" y="330311"/>
                </a:lnTo>
                <a:cubicBezTo>
                  <a:pt x="74004" y="330311"/>
                  <a:pt x="0" y="256307"/>
                  <a:pt x="0" y="165155"/>
                </a:cubicBezTo>
                <a:lnTo>
                  <a:pt x="0" y="165155"/>
                </a:lnTo>
                <a:cubicBezTo>
                  <a:pt x="0" y="74004"/>
                  <a:pt x="74004" y="0"/>
                  <a:pt x="16515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0312990" y="4333359"/>
            <a:ext cx="1698740" cy="330311"/>
          </a:xfrm>
          <a:prstGeom prst="rect">
            <a:avLst/>
          </a:prstGeom>
          <a:noFill/>
          <a:ln/>
        </p:spPr>
        <p:txBody>
          <a:bodyPr wrap="square" lIns="141562" tIns="47187" rIns="141562" bIns="47187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/categories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2027460" y="4333359"/>
            <a:ext cx="1828505" cy="330311"/>
          </a:xfrm>
          <a:custGeom>
            <a:avLst/>
            <a:gdLst/>
            <a:ahLst/>
            <a:cxnLst/>
            <a:rect l="l" t="t" r="r" b="b"/>
            <a:pathLst>
              <a:path w="1828505" h="330311">
                <a:moveTo>
                  <a:pt x="165155" y="0"/>
                </a:moveTo>
                <a:lnTo>
                  <a:pt x="1663350" y="0"/>
                </a:lnTo>
                <a:cubicBezTo>
                  <a:pt x="1754563" y="0"/>
                  <a:pt x="1828505" y="73943"/>
                  <a:pt x="1828505" y="165155"/>
                </a:cubicBezTo>
                <a:lnTo>
                  <a:pt x="1828505" y="165155"/>
                </a:lnTo>
                <a:cubicBezTo>
                  <a:pt x="1828505" y="256368"/>
                  <a:pt x="1754563" y="330311"/>
                  <a:pt x="1663350" y="330311"/>
                </a:cubicBezTo>
                <a:lnTo>
                  <a:pt x="165155" y="330311"/>
                </a:lnTo>
                <a:cubicBezTo>
                  <a:pt x="74004" y="330311"/>
                  <a:pt x="0" y="256307"/>
                  <a:pt x="0" y="165155"/>
                </a:cubicBezTo>
                <a:lnTo>
                  <a:pt x="0" y="165155"/>
                </a:lnTo>
                <a:cubicBezTo>
                  <a:pt x="0" y="74004"/>
                  <a:pt x="74004" y="0"/>
                  <a:pt x="16515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2027460" y="4333359"/>
            <a:ext cx="1911083" cy="330311"/>
          </a:xfrm>
          <a:prstGeom prst="rect">
            <a:avLst/>
          </a:prstGeom>
          <a:noFill/>
          <a:ln/>
        </p:spPr>
        <p:txBody>
          <a:bodyPr wrap="square" lIns="141562" tIns="47187" rIns="141562" bIns="47187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 /categories/{id}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27740" y="4993981"/>
            <a:ext cx="7019100" cy="1108900"/>
          </a:xfrm>
          <a:custGeom>
            <a:avLst/>
            <a:gdLst/>
            <a:ahLst/>
            <a:cxnLst/>
            <a:rect l="l" t="t" r="r" b="b"/>
            <a:pathLst>
              <a:path w="7019100" h="1108900">
                <a:moveTo>
                  <a:pt x="94378" y="0"/>
                </a:moveTo>
                <a:lnTo>
                  <a:pt x="6924722" y="0"/>
                </a:lnTo>
                <a:cubicBezTo>
                  <a:pt x="6976845" y="0"/>
                  <a:pt x="7019100" y="42255"/>
                  <a:pt x="7019100" y="94378"/>
                </a:cubicBezTo>
                <a:lnTo>
                  <a:pt x="7019100" y="1014521"/>
                </a:lnTo>
                <a:cubicBezTo>
                  <a:pt x="7019100" y="1066645"/>
                  <a:pt x="6976845" y="1108900"/>
                  <a:pt x="6924722" y="1108900"/>
                </a:cubicBezTo>
                <a:lnTo>
                  <a:pt x="94378" y="1108900"/>
                </a:lnTo>
                <a:cubicBezTo>
                  <a:pt x="42255" y="1108900"/>
                  <a:pt x="0" y="1066645"/>
                  <a:pt x="0" y="1014521"/>
                </a:cubicBezTo>
                <a:lnTo>
                  <a:pt x="0" y="94378"/>
                </a:lnTo>
                <a:cubicBezTo>
                  <a:pt x="0" y="42290"/>
                  <a:pt x="42290" y="0"/>
                  <a:pt x="94378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740082" y="5253510"/>
            <a:ext cx="188749" cy="188749"/>
          </a:xfrm>
          <a:custGeom>
            <a:avLst/>
            <a:gdLst/>
            <a:ahLst/>
            <a:cxnLst/>
            <a:rect l="l" t="t" r="r" b="b"/>
            <a:pathLst>
              <a:path w="188749" h="188749">
                <a:moveTo>
                  <a:pt x="85711" y="1917"/>
                </a:moveTo>
                <a:cubicBezTo>
                  <a:pt x="91204" y="-627"/>
                  <a:pt x="97545" y="-627"/>
                  <a:pt x="103038" y="1917"/>
                </a:cubicBezTo>
                <a:lnTo>
                  <a:pt x="183625" y="39151"/>
                </a:lnTo>
                <a:cubicBezTo>
                  <a:pt x="186758" y="40588"/>
                  <a:pt x="188749" y="43722"/>
                  <a:pt x="188749" y="47187"/>
                </a:cubicBezTo>
                <a:cubicBezTo>
                  <a:pt x="188749" y="50653"/>
                  <a:pt x="186758" y="53786"/>
                  <a:pt x="183625" y="55224"/>
                </a:cubicBezTo>
                <a:lnTo>
                  <a:pt x="103038" y="92457"/>
                </a:lnTo>
                <a:cubicBezTo>
                  <a:pt x="97545" y="95001"/>
                  <a:pt x="91204" y="95001"/>
                  <a:pt x="85711" y="92457"/>
                </a:cubicBezTo>
                <a:lnTo>
                  <a:pt x="5124" y="55224"/>
                </a:lnTo>
                <a:cubicBezTo>
                  <a:pt x="1991" y="53749"/>
                  <a:pt x="0" y="50616"/>
                  <a:pt x="0" y="47187"/>
                </a:cubicBezTo>
                <a:cubicBezTo>
                  <a:pt x="0" y="43759"/>
                  <a:pt x="1991" y="40588"/>
                  <a:pt x="5124" y="39151"/>
                </a:cubicBezTo>
                <a:lnTo>
                  <a:pt x="85711" y="1917"/>
                </a:lnTo>
                <a:close/>
                <a:moveTo>
                  <a:pt x="17732" y="80513"/>
                </a:moveTo>
                <a:lnTo>
                  <a:pt x="78301" y="108494"/>
                </a:lnTo>
                <a:cubicBezTo>
                  <a:pt x="88513" y="113212"/>
                  <a:pt x="100273" y="113212"/>
                  <a:pt x="110484" y="108494"/>
                </a:cubicBezTo>
                <a:lnTo>
                  <a:pt x="171054" y="80513"/>
                </a:lnTo>
                <a:lnTo>
                  <a:pt x="183625" y="86338"/>
                </a:lnTo>
                <a:cubicBezTo>
                  <a:pt x="186758" y="87776"/>
                  <a:pt x="188749" y="90909"/>
                  <a:pt x="188749" y="94374"/>
                </a:cubicBezTo>
                <a:cubicBezTo>
                  <a:pt x="188749" y="97840"/>
                  <a:pt x="186758" y="100973"/>
                  <a:pt x="183625" y="102411"/>
                </a:cubicBezTo>
                <a:lnTo>
                  <a:pt x="103038" y="139645"/>
                </a:lnTo>
                <a:cubicBezTo>
                  <a:pt x="97545" y="142188"/>
                  <a:pt x="91204" y="142188"/>
                  <a:pt x="85711" y="139645"/>
                </a:cubicBezTo>
                <a:lnTo>
                  <a:pt x="5124" y="102411"/>
                </a:lnTo>
                <a:cubicBezTo>
                  <a:pt x="1991" y="100936"/>
                  <a:pt x="0" y="97803"/>
                  <a:pt x="0" y="94374"/>
                </a:cubicBezTo>
                <a:cubicBezTo>
                  <a:pt x="0" y="90946"/>
                  <a:pt x="1991" y="87776"/>
                  <a:pt x="5124" y="86338"/>
                </a:cubicBezTo>
                <a:lnTo>
                  <a:pt x="17695" y="80513"/>
                </a:lnTo>
                <a:close/>
                <a:moveTo>
                  <a:pt x="5124" y="133525"/>
                </a:moveTo>
                <a:lnTo>
                  <a:pt x="17695" y="127700"/>
                </a:lnTo>
                <a:lnTo>
                  <a:pt x="78264" y="155681"/>
                </a:lnTo>
                <a:cubicBezTo>
                  <a:pt x="88476" y="160400"/>
                  <a:pt x="100236" y="160400"/>
                  <a:pt x="110448" y="155681"/>
                </a:cubicBezTo>
                <a:lnTo>
                  <a:pt x="171017" y="127700"/>
                </a:lnTo>
                <a:lnTo>
                  <a:pt x="183588" y="133525"/>
                </a:lnTo>
                <a:cubicBezTo>
                  <a:pt x="186721" y="134963"/>
                  <a:pt x="188712" y="138096"/>
                  <a:pt x="188712" y="141562"/>
                </a:cubicBezTo>
                <a:cubicBezTo>
                  <a:pt x="188712" y="145027"/>
                  <a:pt x="186721" y="148161"/>
                  <a:pt x="183588" y="149598"/>
                </a:cubicBezTo>
                <a:lnTo>
                  <a:pt x="103001" y="186832"/>
                </a:lnTo>
                <a:cubicBezTo>
                  <a:pt x="97508" y="189376"/>
                  <a:pt x="91167" y="189376"/>
                  <a:pt x="85674" y="186832"/>
                </a:cubicBezTo>
                <a:lnTo>
                  <a:pt x="5124" y="149598"/>
                </a:lnTo>
                <a:cubicBezTo>
                  <a:pt x="1991" y="148124"/>
                  <a:pt x="0" y="144990"/>
                  <a:pt x="0" y="141562"/>
                </a:cubicBezTo>
                <a:cubicBezTo>
                  <a:pt x="0" y="138133"/>
                  <a:pt x="1991" y="134963"/>
                  <a:pt x="5124" y="13352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9093987" y="5182730"/>
            <a:ext cx="1533585" cy="330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分类查询资源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716489" y="5607415"/>
            <a:ext cx="6735977" cy="306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通过类别ID快速筛选该类别下的所有资源，便于按类别进行资源浏览。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527740" y="6244442"/>
            <a:ext cx="7019100" cy="1108900"/>
          </a:xfrm>
          <a:custGeom>
            <a:avLst/>
            <a:gdLst/>
            <a:ahLst/>
            <a:cxnLst/>
            <a:rect l="l" t="t" r="r" b="b"/>
            <a:pathLst>
              <a:path w="7019100" h="1108900">
                <a:moveTo>
                  <a:pt x="94378" y="0"/>
                </a:moveTo>
                <a:lnTo>
                  <a:pt x="6924722" y="0"/>
                </a:lnTo>
                <a:cubicBezTo>
                  <a:pt x="6976845" y="0"/>
                  <a:pt x="7019100" y="42255"/>
                  <a:pt x="7019100" y="94378"/>
                </a:cubicBezTo>
                <a:lnTo>
                  <a:pt x="7019100" y="1014521"/>
                </a:lnTo>
                <a:cubicBezTo>
                  <a:pt x="7019100" y="1066645"/>
                  <a:pt x="6976845" y="1108900"/>
                  <a:pt x="6924722" y="1108900"/>
                </a:cubicBezTo>
                <a:lnTo>
                  <a:pt x="94378" y="1108900"/>
                </a:lnTo>
                <a:cubicBezTo>
                  <a:pt x="42255" y="1108900"/>
                  <a:pt x="0" y="1066645"/>
                  <a:pt x="0" y="1014521"/>
                </a:cubicBezTo>
                <a:lnTo>
                  <a:pt x="0" y="94378"/>
                </a:lnTo>
                <a:cubicBezTo>
                  <a:pt x="0" y="42290"/>
                  <a:pt x="42290" y="0"/>
                  <a:pt x="94378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740082" y="6503972"/>
            <a:ext cx="188749" cy="188749"/>
          </a:xfrm>
          <a:custGeom>
            <a:avLst/>
            <a:gdLst/>
            <a:ahLst/>
            <a:cxnLst/>
            <a:rect l="l" t="t" r="r" b="b"/>
            <a:pathLst>
              <a:path w="188749" h="188749">
                <a:moveTo>
                  <a:pt x="0" y="29492"/>
                </a:moveTo>
                <a:cubicBezTo>
                  <a:pt x="0" y="19723"/>
                  <a:pt x="7926" y="11797"/>
                  <a:pt x="17695" y="11797"/>
                </a:cubicBezTo>
                <a:lnTo>
                  <a:pt x="53086" y="11797"/>
                </a:lnTo>
                <a:cubicBezTo>
                  <a:pt x="62855" y="11797"/>
                  <a:pt x="70781" y="19723"/>
                  <a:pt x="70781" y="29492"/>
                </a:cubicBezTo>
                <a:lnTo>
                  <a:pt x="70781" y="35390"/>
                </a:lnTo>
                <a:lnTo>
                  <a:pt x="117968" y="35390"/>
                </a:lnTo>
                <a:lnTo>
                  <a:pt x="117968" y="29492"/>
                </a:lnTo>
                <a:cubicBezTo>
                  <a:pt x="117968" y="19723"/>
                  <a:pt x="125894" y="11797"/>
                  <a:pt x="135663" y="11797"/>
                </a:cubicBezTo>
                <a:lnTo>
                  <a:pt x="171054" y="11797"/>
                </a:lnTo>
                <a:cubicBezTo>
                  <a:pt x="180823" y="11797"/>
                  <a:pt x="188749" y="19723"/>
                  <a:pt x="188749" y="29492"/>
                </a:cubicBezTo>
                <a:lnTo>
                  <a:pt x="188749" y="64882"/>
                </a:lnTo>
                <a:cubicBezTo>
                  <a:pt x="188749" y="74652"/>
                  <a:pt x="180823" y="82578"/>
                  <a:pt x="171054" y="82578"/>
                </a:cubicBezTo>
                <a:lnTo>
                  <a:pt x="135663" y="82578"/>
                </a:lnTo>
                <a:cubicBezTo>
                  <a:pt x="125894" y="82578"/>
                  <a:pt x="117968" y="74652"/>
                  <a:pt x="117968" y="64882"/>
                </a:cubicBezTo>
                <a:lnTo>
                  <a:pt x="117968" y="58984"/>
                </a:lnTo>
                <a:lnTo>
                  <a:pt x="70781" y="58984"/>
                </a:lnTo>
                <a:lnTo>
                  <a:pt x="70781" y="64882"/>
                </a:lnTo>
                <a:cubicBezTo>
                  <a:pt x="70781" y="67574"/>
                  <a:pt x="70154" y="70154"/>
                  <a:pt x="69085" y="72440"/>
                </a:cubicBezTo>
                <a:lnTo>
                  <a:pt x="94374" y="106171"/>
                </a:lnTo>
                <a:lnTo>
                  <a:pt x="123866" y="106171"/>
                </a:lnTo>
                <a:cubicBezTo>
                  <a:pt x="133636" y="106171"/>
                  <a:pt x="141562" y="114097"/>
                  <a:pt x="141562" y="123866"/>
                </a:cubicBezTo>
                <a:lnTo>
                  <a:pt x="141562" y="159257"/>
                </a:lnTo>
                <a:cubicBezTo>
                  <a:pt x="141562" y="169026"/>
                  <a:pt x="133636" y="176952"/>
                  <a:pt x="123866" y="176952"/>
                </a:cubicBezTo>
                <a:lnTo>
                  <a:pt x="88476" y="176952"/>
                </a:lnTo>
                <a:cubicBezTo>
                  <a:pt x="78707" y="176952"/>
                  <a:pt x="70781" y="169026"/>
                  <a:pt x="70781" y="159257"/>
                </a:cubicBezTo>
                <a:lnTo>
                  <a:pt x="70781" y="123866"/>
                </a:lnTo>
                <a:cubicBezTo>
                  <a:pt x="70781" y="121175"/>
                  <a:pt x="71408" y="118595"/>
                  <a:pt x="72477" y="116309"/>
                </a:cubicBezTo>
                <a:lnTo>
                  <a:pt x="47187" y="82578"/>
                </a:lnTo>
                <a:lnTo>
                  <a:pt x="17695" y="82578"/>
                </a:lnTo>
                <a:cubicBezTo>
                  <a:pt x="7926" y="82578"/>
                  <a:pt x="0" y="74652"/>
                  <a:pt x="0" y="64882"/>
                </a:cubicBezTo>
                <a:lnTo>
                  <a:pt x="0" y="29492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9093987" y="6433191"/>
            <a:ext cx="1533585" cy="330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数据结构支持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716489" y="6857876"/>
            <a:ext cx="6735977" cy="306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类别与资源采用一对多关联关系，通过外键约束保证数据完整性。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75805" y="7781959"/>
            <a:ext cx="7557821" cy="574111"/>
          </a:xfrm>
          <a:custGeom>
            <a:avLst/>
            <a:gdLst/>
            <a:ahLst/>
            <a:cxnLst/>
            <a:rect l="l" t="t" r="r" b="b"/>
            <a:pathLst>
              <a:path w="7557821" h="574111">
                <a:moveTo>
                  <a:pt x="94372" y="0"/>
                </a:moveTo>
                <a:lnTo>
                  <a:pt x="7463449" y="0"/>
                </a:lnTo>
                <a:cubicBezTo>
                  <a:pt x="7515569" y="0"/>
                  <a:pt x="7557821" y="42252"/>
                  <a:pt x="7557821" y="94372"/>
                </a:cubicBezTo>
                <a:lnTo>
                  <a:pt x="7557821" y="479739"/>
                </a:lnTo>
                <a:cubicBezTo>
                  <a:pt x="7557821" y="531859"/>
                  <a:pt x="7515569" y="574111"/>
                  <a:pt x="7463449" y="574111"/>
                </a:cubicBezTo>
                <a:lnTo>
                  <a:pt x="94372" y="574111"/>
                </a:lnTo>
                <a:cubicBezTo>
                  <a:pt x="42287" y="574111"/>
                  <a:pt x="0" y="531824"/>
                  <a:pt x="0" y="479739"/>
                </a:cubicBezTo>
                <a:lnTo>
                  <a:pt x="0" y="94372"/>
                </a:lnTo>
                <a:cubicBezTo>
                  <a:pt x="0" y="42287"/>
                  <a:pt x="42287" y="0"/>
                  <a:pt x="94372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8467">
            <a:solidFill>
              <a:srgbClr val="4FD1C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650791" y="7962845"/>
            <a:ext cx="212343" cy="212343"/>
          </a:xfrm>
          <a:custGeom>
            <a:avLst/>
            <a:gdLst/>
            <a:ahLst/>
            <a:cxnLst/>
            <a:rect l="l" t="t" r="r" b="b"/>
            <a:pathLst>
              <a:path w="212343" h="212343">
                <a:moveTo>
                  <a:pt x="106171" y="212343"/>
                </a:moveTo>
                <a:cubicBezTo>
                  <a:pt x="164769" y="212343"/>
                  <a:pt x="212343" y="164769"/>
                  <a:pt x="212343" y="106171"/>
                </a:cubicBezTo>
                <a:cubicBezTo>
                  <a:pt x="212343" y="47574"/>
                  <a:pt x="164769" y="0"/>
                  <a:pt x="106171" y="0"/>
                </a:cubicBezTo>
                <a:cubicBezTo>
                  <a:pt x="47574" y="0"/>
                  <a:pt x="0" y="47574"/>
                  <a:pt x="0" y="106171"/>
                </a:cubicBezTo>
                <a:cubicBezTo>
                  <a:pt x="0" y="164769"/>
                  <a:pt x="47574" y="212343"/>
                  <a:pt x="106171" y="212343"/>
                </a:cubicBezTo>
                <a:close/>
                <a:moveTo>
                  <a:pt x="141175" y="88213"/>
                </a:moveTo>
                <a:lnTo>
                  <a:pt x="107996" y="141299"/>
                </a:lnTo>
                <a:cubicBezTo>
                  <a:pt x="106254" y="144078"/>
                  <a:pt x="103268" y="145820"/>
                  <a:pt x="99992" y="145985"/>
                </a:cubicBezTo>
                <a:cubicBezTo>
                  <a:pt x="96715" y="146151"/>
                  <a:pt x="93563" y="144658"/>
                  <a:pt x="91614" y="142004"/>
                </a:cubicBezTo>
                <a:lnTo>
                  <a:pt x="71707" y="115461"/>
                </a:lnTo>
                <a:cubicBezTo>
                  <a:pt x="68389" y="111065"/>
                  <a:pt x="69302" y="104844"/>
                  <a:pt x="73698" y="101526"/>
                </a:cubicBezTo>
                <a:cubicBezTo>
                  <a:pt x="78094" y="98208"/>
                  <a:pt x="84315" y="99121"/>
                  <a:pt x="87633" y="103517"/>
                </a:cubicBezTo>
                <a:lnTo>
                  <a:pt x="98831" y="118447"/>
                </a:lnTo>
                <a:lnTo>
                  <a:pt x="124295" y="77679"/>
                </a:lnTo>
                <a:cubicBezTo>
                  <a:pt x="127198" y="73034"/>
                  <a:pt x="133336" y="71583"/>
                  <a:pt x="138023" y="74527"/>
                </a:cubicBezTo>
                <a:cubicBezTo>
                  <a:pt x="142709" y="77472"/>
                  <a:pt x="144119" y="83568"/>
                  <a:pt x="141175" y="8825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028288" y="7927454"/>
            <a:ext cx="6323089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6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资源管理特点：</a:t>
            </a:r>
            <a:r>
              <a:rPr lang="en-US" sz="148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完整的生命周期管理、支持多维度查询、时间段视图可视化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24955" y="7781959"/>
            <a:ext cx="7557821" cy="574111"/>
          </a:xfrm>
          <a:custGeom>
            <a:avLst/>
            <a:gdLst/>
            <a:ahLst/>
            <a:cxnLst/>
            <a:rect l="l" t="t" r="r" b="b"/>
            <a:pathLst>
              <a:path w="7557821" h="574111">
                <a:moveTo>
                  <a:pt x="94372" y="0"/>
                </a:moveTo>
                <a:lnTo>
                  <a:pt x="7463449" y="0"/>
                </a:lnTo>
                <a:cubicBezTo>
                  <a:pt x="7515569" y="0"/>
                  <a:pt x="7557821" y="42252"/>
                  <a:pt x="7557821" y="94372"/>
                </a:cubicBezTo>
                <a:lnTo>
                  <a:pt x="7557821" y="479739"/>
                </a:lnTo>
                <a:cubicBezTo>
                  <a:pt x="7557821" y="531859"/>
                  <a:pt x="7515569" y="574111"/>
                  <a:pt x="7463449" y="574111"/>
                </a:cubicBezTo>
                <a:lnTo>
                  <a:pt x="94372" y="574111"/>
                </a:lnTo>
                <a:cubicBezTo>
                  <a:pt x="42287" y="574111"/>
                  <a:pt x="0" y="531824"/>
                  <a:pt x="0" y="479739"/>
                </a:cubicBezTo>
                <a:lnTo>
                  <a:pt x="0" y="94372"/>
                </a:lnTo>
                <a:cubicBezTo>
                  <a:pt x="0" y="42287"/>
                  <a:pt x="42287" y="0"/>
                  <a:pt x="94372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8467">
            <a:solidFill>
              <a:srgbClr val="4FD1C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8399941" y="7962845"/>
            <a:ext cx="212343" cy="212343"/>
          </a:xfrm>
          <a:custGeom>
            <a:avLst/>
            <a:gdLst/>
            <a:ahLst/>
            <a:cxnLst/>
            <a:rect l="l" t="t" r="r" b="b"/>
            <a:pathLst>
              <a:path w="212343" h="212343">
                <a:moveTo>
                  <a:pt x="106171" y="212343"/>
                </a:moveTo>
                <a:cubicBezTo>
                  <a:pt x="164769" y="212343"/>
                  <a:pt x="212343" y="164769"/>
                  <a:pt x="212343" y="106171"/>
                </a:cubicBezTo>
                <a:cubicBezTo>
                  <a:pt x="212343" y="47574"/>
                  <a:pt x="164769" y="0"/>
                  <a:pt x="106171" y="0"/>
                </a:cubicBezTo>
                <a:cubicBezTo>
                  <a:pt x="47574" y="0"/>
                  <a:pt x="0" y="47574"/>
                  <a:pt x="0" y="106171"/>
                </a:cubicBezTo>
                <a:cubicBezTo>
                  <a:pt x="0" y="164769"/>
                  <a:pt x="47574" y="212343"/>
                  <a:pt x="106171" y="212343"/>
                </a:cubicBezTo>
                <a:close/>
                <a:moveTo>
                  <a:pt x="141175" y="88213"/>
                </a:moveTo>
                <a:lnTo>
                  <a:pt x="107996" y="141299"/>
                </a:lnTo>
                <a:cubicBezTo>
                  <a:pt x="106254" y="144078"/>
                  <a:pt x="103268" y="145820"/>
                  <a:pt x="99992" y="145985"/>
                </a:cubicBezTo>
                <a:cubicBezTo>
                  <a:pt x="96715" y="146151"/>
                  <a:pt x="93563" y="144658"/>
                  <a:pt x="91614" y="142004"/>
                </a:cubicBezTo>
                <a:lnTo>
                  <a:pt x="71707" y="115461"/>
                </a:lnTo>
                <a:cubicBezTo>
                  <a:pt x="68389" y="111065"/>
                  <a:pt x="69302" y="104844"/>
                  <a:pt x="73698" y="101526"/>
                </a:cubicBezTo>
                <a:cubicBezTo>
                  <a:pt x="78094" y="98208"/>
                  <a:pt x="84315" y="99121"/>
                  <a:pt x="87633" y="103517"/>
                </a:cubicBezTo>
                <a:lnTo>
                  <a:pt x="98831" y="118447"/>
                </a:lnTo>
                <a:lnTo>
                  <a:pt x="124295" y="77679"/>
                </a:lnTo>
                <a:cubicBezTo>
                  <a:pt x="127198" y="73034"/>
                  <a:pt x="133336" y="71583"/>
                  <a:pt x="138023" y="74527"/>
                </a:cubicBezTo>
                <a:cubicBezTo>
                  <a:pt x="142709" y="77472"/>
                  <a:pt x="144119" y="83568"/>
                  <a:pt x="141175" y="8825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777439" y="7927454"/>
            <a:ext cx="5190595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6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类别管理特点：</a:t>
            </a:r>
            <a:r>
              <a:rPr lang="en-US" sz="148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灵活分类体系、支持层级结构、便于资源组织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2374" y="490414"/>
            <a:ext cx="1881258" cy="397958"/>
          </a:xfrm>
          <a:custGeom>
            <a:avLst/>
            <a:gdLst/>
            <a:ahLst/>
            <a:cxnLst/>
            <a:rect l="l" t="t" r="r" b="b"/>
            <a:pathLst>
              <a:path w="1881258" h="397958">
                <a:moveTo>
                  <a:pt x="48237" y="0"/>
                </a:moveTo>
                <a:lnTo>
                  <a:pt x="1833022" y="0"/>
                </a:lnTo>
                <a:cubicBezTo>
                  <a:pt x="1859662" y="0"/>
                  <a:pt x="1881258" y="21596"/>
                  <a:pt x="1881258" y="48237"/>
                </a:cubicBezTo>
                <a:lnTo>
                  <a:pt x="1881258" y="349722"/>
                </a:lnTo>
                <a:cubicBezTo>
                  <a:pt x="1881258" y="376362"/>
                  <a:pt x="1859662" y="397958"/>
                  <a:pt x="1833022" y="397958"/>
                </a:cubicBezTo>
                <a:lnTo>
                  <a:pt x="48237" y="397958"/>
                </a:lnTo>
                <a:cubicBezTo>
                  <a:pt x="21596" y="397958"/>
                  <a:pt x="0" y="376362"/>
                  <a:pt x="0" y="349722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7086" y="554730"/>
            <a:ext cx="1691575" cy="2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b="1" kern="0" spc="76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MODULES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2374" y="988866"/>
            <a:ext cx="15580677" cy="578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58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核心功能模块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2374" y="1664193"/>
            <a:ext cx="15411846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9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资源分配与项目管理 - 系统的核心业务逻辑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6493" y="2194804"/>
            <a:ext cx="7500914" cy="5764368"/>
          </a:xfrm>
          <a:custGeom>
            <a:avLst/>
            <a:gdLst/>
            <a:ahLst/>
            <a:cxnLst/>
            <a:rect l="l" t="t" r="r" b="b"/>
            <a:pathLst>
              <a:path w="7500914" h="5764368">
                <a:moveTo>
                  <a:pt x="48237" y="0"/>
                </a:moveTo>
                <a:lnTo>
                  <a:pt x="7404418" y="0"/>
                </a:lnTo>
                <a:cubicBezTo>
                  <a:pt x="7457711" y="0"/>
                  <a:pt x="7500914" y="43203"/>
                  <a:pt x="7500914" y="96496"/>
                </a:cubicBezTo>
                <a:lnTo>
                  <a:pt x="7500914" y="5667872"/>
                </a:lnTo>
                <a:cubicBezTo>
                  <a:pt x="7500914" y="5721165"/>
                  <a:pt x="7457711" y="5764368"/>
                  <a:pt x="7404418" y="5764368"/>
                </a:cubicBezTo>
                <a:lnTo>
                  <a:pt x="48237" y="5764368"/>
                </a:lnTo>
                <a:cubicBezTo>
                  <a:pt x="21597" y="5764368"/>
                  <a:pt x="0" y="5742771"/>
                  <a:pt x="0" y="5716131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6493" y="2194804"/>
            <a:ext cx="48237" cy="5764368"/>
          </a:xfrm>
          <a:custGeom>
            <a:avLst/>
            <a:gdLst/>
            <a:ahLst/>
            <a:cxnLst/>
            <a:rect l="l" t="t" r="r" b="b"/>
            <a:pathLst>
              <a:path w="48237" h="5764368">
                <a:moveTo>
                  <a:pt x="48237" y="0"/>
                </a:moveTo>
                <a:lnTo>
                  <a:pt x="48237" y="0"/>
                </a:lnTo>
                <a:lnTo>
                  <a:pt x="48237" y="5764368"/>
                </a:lnTo>
                <a:lnTo>
                  <a:pt x="48237" y="5764368"/>
                </a:lnTo>
                <a:cubicBezTo>
                  <a:pt x="21597" y="5764368"/>
                  <a:pt x="0" y="5742771"/>
                  <a:pt x="0" y="5716131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71798" y="2508347"/>
            <a:ext cx="578849" cy="578849"/>
          </a:xfrm>
          <a:custGeom>
            <a:avLst/>
            <a:gdLst/>
            <a:ahLst/>
            <a:cxnLst/>
            <a:rect l="l" t="t" r="r" b="b"/>
            <a:pathLst>
              <a:path w="578849" h="578849">
                <a:moveTo>
                  <a:pt x="96477" y="0"/>
                </a:moveTo>
                <a:lnTo>
                  <a:pt x="482372" y="0"/>
                </a:lnTo>
                <a:cubicBezTo>
                  <a:pt x="535619" y="0"/>
                  <a:pt x="578849" y="43230"/>
                  <a:pt x="578849" y="96477"/>
                </a:cubicBezTo>
                <a:lnTo>
                  <a:pt x="578849" y="482372"/>
                </a:lnTo>
                <a:cubicBezTo>
                  <a:pt x="578849" y="535655"/>
                  <a:pt x="535655" y="578849"/>
                  <a:pt x="482372" y="578849"/>
                </a:cubicBezTo>
                <a:lnTo>
                  <a:pt x="96477" y="578849"/>
                </a:lnTo>
                <a:cubicBezTo>
                  <a:pt x="43194" y="578849"/>
                  <a:pt x="0" y="535655"/>
                  <a:pt x="0" y="482372"/>
                </a:cubicBezTo>
                <a:lnTo>
                  <a:pt x="0" y="96477"/>
                </a:lnTo>
                <a:cubicBezTo>
                  <a:pt x="0" y="43194"/>
                  <a:pt x="43194" y="0"/>
                  <a:pt x="9647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52688" y="2653059"/>
            <a:ext cx="217068" cy="289424"/>
          </a:xfrm>
          <a:custGeom>
            <a:avLst/>
            <a:gdLst/>
            <a:ahLst/>
            <a:cxnLst/>
            <a:rect l="l" t="t" r="r" b="b"/>
            <a:pathLst>
              <a:path w="217068" h="289424">
                <a:moveTo>
                  <a:pt x="176029" y="18089"/>
                </a:moveTo>
                <a:lnTo>
                  <a:pt x="180890" y="18089"/>
                </a:lnTo>
                <a:cubicBezTo>
                  <a:pt x="200845" y="18089"/>
                  <a:pt x="217068" y="34313"/>
                  <a:pt x="217068" y="54267"/>
                </a:cubicBezTo>
                <a:lnTo>
                  <a:pt x="217068" y="253246"/>
                </a:lnTo>
                <a:cubicBezTo>
                  <a:pt x="217068" y="273201"/>
                  <a:pt x="200845" y="289424"/>
                  <a:pt x="180890" y="289424"/>
                </a:cubicBezTo>
                <a:lnTo>
                  <a:pt x="36178" y="289424"/>
                </a:lnTo>
                <a:cubicBezTo>
                  <a:pt x="16224" y="289424"/>
                  <a:pt x="0" y="273201"/>
                  <a:pt x="0" y="253246"/>
                </a:cubicBezTo>
                <a:lnTo>
                  <a:pt x="0" y="54267"/>
                </a:lnTo>
                <a:cubicBezTo>
                  <a:pt x="0" y="34313"/>
                  <a:pt x="16224" y="18089"/>
                  <a:pt x="36178" y="18089"/>
                </a:cubicBezTo>
                <a:lnTo>
                  <a:pt x="41039" y="18089"/>
                </a:lnTo>
                <a:cubicBezTo>
                  <a:pt x="47258" y="7292"/>
                  <a:pt x="58959" y="0"/>
                  <a:pt x="72356" y="0"/>
                </a:cubicBezTo>
                <a:lnTo>
                  <a:pt x="144712" y="0"/>
                </a:lnTo>
                <a:cubicBezTo>
                  <a:pt x="158109" y="0"/>
                  <a:pt x="169811" y="7292"/>
                  <a:pt x="176029" y="18089"/>
                </a:cubicBezTo>
                <a:close/>
                <a:moveTo>
                  <a:pt x="140190" y="63312"/>
                </a:moveTo>
                <a:cubicBezTo>
                  <a:pt x="147708" y="63312"/>
                  <a:pt x="153757" y="57263"/>
                  <a:pt x="153757" y="49745"/>
                </a:cubicBezTo>
                <a:cubicBezTo>
                  <a:pt x="153757" y="42227"/>
                  <a:pt x="147708" y="36178"/>
                  <a:pt x="140190" y="36178"/>
                </a:cubicBezTo>
                <a:lnTo>
                  <a:pt x="76878" y="36178"/>
                </a:lnTo>
                <a:cubicBezTo>
                  <a:pt x="69360" y="36178"/>
                  <a:pt x="63312" y="42227"/>
                  <a:pt x="63312" y="49745"/>
                </a:cubicBezTo>
                <a:cubicBezTo>
                  <a:pt x="63312" y="57263"/>
                  <a:pt x="69360" y="63312"/>
                  <a:pt x="76878" y="63312"/>
                </a:cubicBezTo>
                <a:lnTo>
                  <a:pt x="140190" y="63312"/>
                </a:lnTo>
                <a:close/>
                <a:moveTo>
                  <a:pt x="72356" y="144712"/>
                </a:moveTo>
                <a:cubicBezTo>
                  <a:pt x="72356" y="134729"/>
                  <a:pt x="64251" y="126623"/>
                  <a:pt x="54267" y="126623"/>
                </a:cubicBezTo>
                <a:cubicBezTo>
                  <a:pt x="44283" y="126623"/>
                  <a:pt x="36178" y="134729"/>
                  <a:pt x="36178" y="144712"/>
                </a:cubicBezTo>
                <a:cubicBezTo>
                  <a:pt x="36178" y="154696"/>
                  <a:pt x="44283" y="162801"/>
                  <a:pt x="54267" y="162801"/>
                </a:cubicBezTo>
                <a:cubicBezTo>
                  <a:pt x="64251" y="162801"/>
                  <a:pt x="72356" y="154696"/>
                  <a:pt x="72356" y="144712"/>
                </a:cubicBezTo>
                <a:close/>
                <a:moveTo>
                  <a:pt x="90445" y="144712"/>
                </a:moveTo>
                <a:cubicBezTo>
                  <a:pt x="90445" y="152230"/>
                  <a:pt x="96494" y="158279"/>
                  <a:pt x="104012" y="158279"/>
                </a:cubicBezTo>
                <a:lnTo>
                  <a:pt x="167323" y="158279"/>
                </a:lnTo>
                <a:cubicBezTo>
                  <a:pt x="174842" y="158279"/>
                  <a:pt x="180890" y="152230"/>
                  <a:pt x="180890" y="144712"/>
                </a:cubicBezTo>
                <a:cubicBezTo>
                  <a:pt x="180890" y="137194"/>
                  <a:pt x="174842" y="131145"/>
                  <a:pt x="167323" y="131145"/>
                </a:cubicBezTo>
                <a:lnTo>
                  <a:pt x="104012" y="131145"/>
                </a:lnTo>
                <a:cubicBezTo>
                  <a:pt x="96494" y="131145"/>
                  <a:pt x="90445" y="137194"/>
                  <a:pt x="90445" y="144712"/>
                </a:cubicBezTo>
                <a:close/>
                <a:moveTo>
                  <a:pt x="90445" y="217068"/>
                </a:moveTo>
                <a:cubicBezTo>
                  <a:pt x="90445" y="224586"/>
                  <a:pt x="96494" y="230635"/>
                  <a:pt x="104012" y="230635"/>
                </a:cubicBezTo>
                <a:lnTo>
                  <a:pt x="167323" y="230635"/>
                </a:lnTo>
                <a:cubicBezTo>
                  <a:pt x="174842" y="230635"/>
                  <a:pt x="180890" y="224586"/>
                  <a:pt x="180890" y="217068"/>
                </a:cubicBezTo>
                <a:cubicBezTo>
                  <a:pt x="180890" y="209550"/>
                  <a:pt x="174842" y="203501"/>
                  <a:pt x="167323" y="203501"/>
                </a:cubicBezTo>
                <a:lnTo>
                  <a:pt x="104012" y="203501"/>
                </a:lnTo>
                <a:cubicBezTo>
                  <a:pt x="96494" y="203501"/>
                  <a:pt x="90445" y="209550"/>
                  <a:pt x="90445" y="217068"/>
                </a:cubicBezTo>
                <a:close/>
                <a:moveTo>
                  <a:pt x="54267" y="235157"/>
                </a:moveTo>
                <a:cubicBezTo>
                  <a:pt x="64251" y="235157"/>
                  <a:pt x="72356" y="227052"/>
                  <a:pt x="72356" y="217068"/>
                </a:cubicBezTo>
                <a:cubicBezTo>
                  <a:pt x="72356" y="207085"/>
                  <a:pt x="64251" y="198979"/>
                  <a:pt x="54267" y="198979"/>
                </a:cubicBezTo>
                <a:cubicBezTo>
                  <a:pt x="44283" y="198979"/>
                  <a:pt x="36178" y="207085"/>
                  <a:pt x="36178" y="217068"/>
                </a:cubicBezTo>
                <a:cubicBezTo>
                  <a:pt x="36178" y="227052"/>
                  <a:pt x="44283" y="235157"/>
                  <a:pt x="54267" y="23515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495359" y="2435991"/>
            <a:ext cx="1881258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9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资源分配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5359" y="2870128"/>
            <a:ext cx="1796843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Allocation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1798" y="3352501"/>
            <a:ext cx="6994421" cy="1712427"/>
          </a:xfrm>
          <a:custGeom>
            <a:avLst/>
            <a:gdLst/>
            <a:ahLst/>
            <a:cxnLst/>
            <a:rect l="l" t="t" r="r" b="b"/>
            <a:pathLst>
              <a:path w="6994421" h="1712427">
                <a:moveTo>
                  <a:pt x="96478" y="0"/>
                </a:moveTo>
                <a:lnTo>
                  <a:pt x="6897943" y="0"/>
                </a:lnTo>
                <a:cubicBezTo>
                  <a:pt x="6951227" y="0"/>
                  <a:pt x="6994421" y="43195"/>
                  <a:pt x="6994421" y="96478"/>
                </a:cubicBezTo>
                <a:lnTo>
                  <a:pt x="6994421" y="1615949"/>
                </a:lnTo>
                <a:cubicBezTo>
                  <a:pt x="6994421" y="1669233"/>
                  <a:pt x="6951227" y="1712427"/>
                  <a:pt x="6897943" y="1712427"/>
                </a:cubicBezTo>
                <a:lnTo>
                  <a:pt x="96478" y="1712427"/>
                </a:lnTo>
                <a:cubicBezTo>
                  <a:pt x="43195" y="1712427"/>
                  <a:pt x="0" y="1669233"/>
                  <a:pt x="0" y="1615949"/>
                </a:cubicBezTo>
                <a:lnTo>
                  <a:pt x="0" y="96478"/>
                </a:lnTo>
                <a:cubicBezTo>
                  <a:pt x="0" y="43195"/>
                  <a:pt x="43195" y="0"/>
                  <a:pt x="96478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64748" y="3545451"/>
            <a:ext cx="385899" cy="385899"/>
          </a:xfrm>
          <a:custGeom>
            <a:avLst/>
            <a:gdLst/>
            <a:ahLst/>
            <a:cxnLst/>
            <a:rect l="l" t="t" r="r" b="b"/>
            <a:pathLst>
              <a:path w="385899" h="385899">
                <a:moveTo>
                  <a:pt x="96475" y="0"/>
                </a:moveTo>
                <a:lnTo>
                  <a:pt x="289424" y="0"/>
                </a:lnTo>
                <a:cubicBezTo>
                  <a:pt x="342670" y="0"/>
                  <a:pt x="385899" y="43229"/>
                  <a:pt x="385899" y="96475"/>
                </a:cubicBezTo>
                <a:lnTo>
                  <a:pt x="385899" y="289424"/>
                </a:lnTo>
                <a:cubicBezTo>
                  <a:pt x="385899" y="342670"/>
                  <a:pt x="342670" y="385899"/>
                  <a:pt x="289424" y="385899"/>
                </a:cubicBezTo>
                <a:lnTo>
                  <a:pt x="96475" y="385899"/>
                </a:lnTo>
                <a:cubicBezTo>
                  <a:pt x="43229" y="385899"/>
                  <a:pt x="0" y="342670"/>
                  <a:pt x="0" y="289424"/>
                </a:cubicBezTo>
                <a:lnTo>
                  <a:pt x="0" y="96475"/>
                </a:lnTo>
                <a:cubicBezTo>
                  <a:pt x="0" y="43229"/>
                  <a:pt x="43229" y="0"/>
                  <a:pt x="9647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61223" y="3593688"/>
            <a:ext cx="289424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5359" y="3569570"/>
            <a:ext cx="1567715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冲突检测算法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4748" y="4027825"/>
            <a:ext cx="6704997" cy="313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在创建分配时自动检测时间段是否冲突，避免重复分配。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4748" y="4437843"/>
            <a:ext cx="6608522" cy="434136"/>
          </a:xfrm>
          <a:custGeom>
            <a:avLst/>
            <a:gdLst/>
            <a:ahLst/>
            <a:cxnLst/>
            <a:rect l="l" t="t" r="r" b="b"/>
            <a:pathLst>
              <a:path w="6608522" h="434136">
                <a:moveTo>
                  <a:pt x="48237" y="0"/>
                </a:moveTo>
                <a:lnTo>
                  <a:pt x="6560285" y="0"/>
                </a:lnTo>
                <a:cubicBezTo>
                  <a:pt x="6586926" y="0"/>
                  <a:pt x="6608522" y="21596"/>
                  <a:pt x="6608522" y="48237"/>
                </a:cubicBezTo>
                <a:lnTo>
                  <a:pt x="6608522" y="385900"/>
                </a:lnTo>
                <a:cubicBezTo>
                  <a:pt x="6608522" y="412540"/>
                  <a:pt x="6586926" y="434136"/>
                  <a:pt x="6560285" y="434136"/>
                </a:cubicBezTo>
                <a:lnTo>
                  <a:pt x="48237" y="434136"/>
                </a:lnTo>
                <a:cubicBezTo>
                  <a:pt x="21596" y="434136"/>
                  <a:pt x="0" y="412540"/>
                  <a:pt x="0" y="385900"/>
                </a:cubicBezTo>
                <a:lnTo>
                  <a:pt x="0" y="48237"/>
                </a:lnTo>
                <a:cubicBezTo>
                  <a:pt x="0" y="21596"/>
                  <a:pt x="21596" y="0"/>
                  <a:pt x="4823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64748" y="4437843"/>
            <a:ext cx="6692938" cy="434136"/>
          </a:xfrm>
          <a:prstGeom prst="rect">
            <a:avLst/>
          </a:prstGeom>
          <a:noFill/>
          <a:ln/>
        </p:spPr>
        <p:txBody>
          <a:bodyPr wrap="square" lIns="96475" tIns="96475" rIns="96475" bIns="96475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 /allocations/check-conflict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1798" y="5209641"/>
            <a:ext cx="6994421" cy="1181816"/>
          </a:xfrm>
          <a:custGeom>
            <a:avLst/>
            <a:gdLst/>
            <a:ahLst/>
            <a:cxnLst/>
            <a:rect l="l" t="t" r="r" b="b"/>
            <a:pathLst>
              <a:path w="6994421" h="1181816">
                <a:moveTo>
                  <a:pt x="96472" y="0"/>
                </a:moveTo>
                <a:lnTo>
                  <a:pt x="6897950" y="0"/>
                </a:lnTo>
                <a:cubicBezTo>
                  <a:pt x="6951230" y="0"/>
                  <a:pt x="6994421" y="43192"/>
                  <a:pt x="6994421" y="96472"/>
                </a:cubicBezTo>
                <a:lnTo>
                  <a:pt x="6994421" y="1085344"/>
                </a:lnTo>
                <a:cubicBezTo>
                  <a:pt x="6994421" y="1138624"/>
                  <a:pt x="6951230" y="1181816"/>
                  <a:pt x="6897950" y="1181816"/>
                </a:cubicBezTo>
                <a:lnTo>
                  <a:pt x="96472" y="1181816"/>
                </a:lnTo>
                <a:cubicBezTo>
                  <a:pt x="43192" y="1181816"/>
                  <a:pt x="0" y="1138624"/>
                  <a:pt x="0" y="1085344"/>
                </a:cubicBezTo>
                <a:lnTo>
                  <a:pt x="0" y="96472"/>
                </a:lnTo>
                <a:cubicBezTo>
                  <a:pt x="0" y="43227"/>
                  <a:pt x="43227" y="0"/>
                  <a:pt x="96472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964748" y="5402590"/>
            <a:ext cx="385899" cy="385899"/>
          </a:xfrm>
          <a:custGeom>
            <a:avLst/>
            <a:gdLst/>
            <a:ahLst/>
            <a:cxnLst/>
            <a:rect l="l" t="t" r="r" b="b"/>
            <a:pathLst>
              <a:path w="385899" h="385899">
                <a:moveTo>
                  <a:pt x="96475" y="0"/>
                </a:moveTo>
                <a:lnTo>
                  <a:pt x="289424" y="0"/>
                </a:lnTo>
                <a:cubicBezTo>
                  <a:pt x="342670" y="0"/>
                  <a:pt x="385899" y="43229"/>
                  <a:pt x="385899" y="96475"/>
                </a:cubicBezTo>
                <a:lnTo>
                  <a:pt x="385899" y="289424"/>
                </a:lnTo>
                <a:cubicBezTo>
                  <a:pt x="385899" y="342670"/>
                  <a:pt x="342670" y="385899"/>
                  <a:pt x="289424" y="385899"/>
                </a:cubicBezTo>
                <a:lnTo>
                  <a:pt x="96475" y="385899"/>
                </a:lnTo>
                <a:cubicBezTo>
                  <a:pt x="43229" y="385899"/>
                  <a:pt x="0" y="342670"/>
                  <a:pt x="0" y="289424"/>
                </a:cubicBezTo>
                <a:lnTo>
                  <a:pt x="0" y="96475"/>
                </a:lnTo>
                <a:cubicBezTo>
                  <a:pt x="0" y="43229"/>
                  <a:pt x="43229" y="0"/>
                  <a:pt x="9647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45143" y="5450828"/>
            <a:ext cx="325602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5359" y="5426709"/>
            <a:ext cx="1567715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分配记录管理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4748" y="5884964"/>
            <a:ext cx="6704997" cy="313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支持分配记录的增删改查，以及取消分配操作。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1798" y="6536169"/>
            <a:ext cx="6994421" cy="1181816"/>
          </a:xfrm>
          <a:custGeom>
            <a:avLst/>
            <a:gdLst/>
            <a:ahLst/>
            <a:cxnLst/>
            <a:rect l="l" t="t" r="r" b="b"/>
            <a:pathLst>
              <a:path w="6994421" h="1181816">
                <a:moveTo>
                  <a:pt x="96472" y="0"/>
                </a:moveTo>
                <a:lnTo>
                  <a:pt x="6897950" y="0"/>
                </a:lnTo>
                <a:cubicBezTo>
                  <a:pt x="6951230" y="0"/>
                  <a:pt x="6994421" y="43192"/>
                  <a:pt x="6994421" y="96472"/>
                </a:cubicBezTo>
                <a:lnTo>
                  <a:pt x="6994421" y="1085344"/>
                </a:lnTo>
                <a:cubicBezTo>
                  <a:pt x="6994421" y="1138624"/>
                  <a:pt x="6951230" y="1181816"/>
                  <a:pt x="6897950" y="1181816"/>
                </a:cubicBezTo>
                <a:lnTo>
                  <a:pt x="96472" y="1181816"/>
                </a:lnTo>
                <a:cubicBezTo>
                  <a:pt x="43192" y="1181816"/>
                  <a:pt x="0" y="1138624"/>
                  <a:pt x="0" y="1085344"/>
                </a:cubicBezTo>
                <a:lnTo>
                  <a:pt x="0" y="96472"/>
                </a:lnTo>
                <a:cubicBezTo>
                  <a:pt x="0" y="43227"/>
                  <a:pt x="43227" y="0"/>
                  <a:pt x="96472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964748" y="6729119"/>
            <a:ext cx="385899" cy="385899"/>
          </a:xfrm>
          <a:custGeom>
            <a:avLst/>
            <a:gdLst/>
            <a:ahLst/>
            <a:cxnLst/>
            <a:rect l="l" t="t" r="r" b="b"/>
            <a:pathLst>
              <a:path w="385899" h="385899">
                <a:moveTo>
                  <a:pt x="96475" y="0"/>
                </a:moveTo>
                <a:lnTo>
                  <a:pt x="289424" y="0"/>
                </a:lnTo>
                <a:cubicBezTo>
                  <a:pt x="342670" y="0"/>
                  <a:pt x="385899" y="43229"/>
                  <a:pt x="385899" y="96475"/>
                </a:cubicBezTo>
                <a:lnTo>
                  <a:pt x="385899" y="289424"/>
                </a:lnTo>
                <a:cubicBezTo>
                  <a:pt x="385899" y="342670"/>
                  <a:pt x="342670" y="385899"/>
                  <a:pt x="289424" y="385899"/>
                </a:cubicBezTo>
                <a:lnTo>
                  <a:pt x="96475" y="385899"/>
                </a:lnTo>
                <a:cubicBezTo>
                  <a:pt x="43229" y="385899"/>
                  <a:pt x="0" y="342670"/>
                  <a:pt x="0" y="289424"/>
                </a:cubicBezTo>
                <a:lnTo>
                  <a:pt x="0" y="96475"/>
                </a:lnTo>
                <a:cubicBezTo>
                  <a:pt x="0" y="43229"/>
                  <a:pt x="43229" y="0"/>
                  <a:pt x="9647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041124" y="6777356"/>
            <a:ext cx="325602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5359" y="6753237"/>
            <a:ext cx="1326528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多维度查询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4748" y="7211493"/>
            <a:ext cx="6704997" cy="313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支持按资源ID、项目ID查询分配记录。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69949" y="2194804"/>
            <a:ext cx="7500914" cy="5764368"/>
          </a:xfrm>
          <a:custGeom>
            <a:avLst/>
            <a:gdLst/>
            <a:ahLst/>
            <a:cxnLst/>
            <a:rect l="l" t="t" r="r" b="b"/>
            <a:pathLst>
              <a:path w="7500914" h="5764368">
                <a:moveTo>
                  <a:pt x="48237" y="0"/>
                </a:moveTo>
                <a:lnTo>
                  <a:pt x="7404418" y="0"/>
                </a:lnTo>
                <a:cubicBezTo>
                  <a:pt x="7457711" y="0"/>
                  <a:pt x="7500914" y="43203"/>
                  <a:pt x="7500914" y="96496"/>
                </a:cubicBezTo>
                <a:lnTo>
                  <a:pt x="7500914" y="5667872"/>
                </a:lnTo>
                <a:cubicBezTo>
                  <a:pt x="7500914" y="5721165"/>
                  <a:pt x="7457711" y="5764368"/>
                  <a:pt x="7404418" y="5764368"/>
                </a:cubicBezTo>
                <a:lnTo>
                  <a:pt x="48237" y="5764368"/>
                </a:lnTo>
                <a:cubicBezTo>
                  <a:pt x="21597" y="5764368"/>
                  <a:pt x="0" y="5742771"/>
                  <a:pt x="0" y="5716131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269949" y="2194804"/>
            <a:ext cx="48237" cy="5764368"/>
          </a:xfrm>
          <a:custGeom>
            <a:avLst/>
            <a:gdLst/>
            <a:ahLst/>
            <a:cxnLst/>
            <a:rect l="l" t="t" r="r" b="b"/>
            <a:pathLst>
              <a:path w="48237" h="5764368">
                <a:moveTo>
                  <a:pt x="48237" y="0"/>
                </a:moveTo>
                <a:lnTo>
                  <a:pt x="48237" y="0"/>
                </a:lnTo>
                <a:lnTo>
                  <a:pt x="48237" y="5764368"/>
                </a:lnTo>
                <a:lnTo>
                  <a:pt x="48237" y="5764368"/>
                </a:lnTo>
                <a:cubicBezTo>
                  <a:pt x="21597" y="5764368"/>
                  <a:pt x="0" y="5742771"/>
                  <a:pt x="0" y="5716131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535255" y="2508347"/>
            <a:ext cx="578849" cy="578849"/>
          </a:xfrm>
          <a:custGeom>
            <a:avLst/>
            <a:gdLst/>
            <a:ahLst/>
            <a:cxnLst/>
            <a:rect l="l" t="t" r="r" b="b"/>
            <a:pathLst>
              <a:path w="578849" h="578849">
                <a:moveTo>
                  <a:pt x="96477" y="0"/>
                </a:moveTo>
                <a:lnTo>
                  <a:pt x="482372" y="0"/>
                </a:lnTo>
                <a:cubicBezTo>
                  <a:pt x="535619" y="0"/>
                  <a:pt x="578849" y="43230"/>
                  <a:pt x="578849" y="96477"/>
                </a:cubicBezTo>
                <a:lnTo>
                  <a:pt x="578849" y="482372"/>
                </a:lnTo>
                <a:cubicBezTo>
                  <a:pt x="578849" y="535655"/>
                  <a:pt x="535655" y="578849"/>
                  <a:pt x="482372" y="578849"/>
                </a:cubicBezTo>
                <a:lnTo>
                  <a:pt x="96477" y="578849"/>
                </a:lnTo>
                <a:cubicBezTo>
                  <a:pt x="43194" y="578849"/>
                  <a:pt x="0" y="535655"/>
                  <a:pt x="0" y="482372"/>
                </a:cubicBezTo>
                <a:lnTo>
                  <a:pt x="0" y="96477"/>
                </a:lnTo>
                <a:cubicBezTo>
                  <a:pt x="0" y="43194"/>
                  <a:pt x="43194" y="0"/>
                  <a:pt x="9647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679967" y="2653059"/>
            <a:ext cx="289424" cy="289424"/>
          </a:xfrm>
          <a:custGeom>
            <a:avLst/>
            <a:gdLst/>
            <a:ahLst/>
            <a:cxnLst/>
            <a:rect l="l" t="t" r="r" b="b"/>
            <a:pathLst>
              <a:path w="289424" h="289424">
                <a:moveTo>
                  <a:pt x="0" y="45223"/>
                </a:moveTo>
                <a:cubicBezTo>
                  <a:pt x="0" y="30243"/>
                  <a:pt x="12154" y="18089"/>
                  <a:pt x="27134" y="18089"/>
                </a:cubicBezTo>
                <a:lnTo>
                  <a:pt x="81401" y="18089"/>
                </a:lnTo>
                <a:cubicBezTo>
                  <a:pt x="96381" y="18089"/>
                  <a:pt x="108534" y="30243"/>
                  <a:pt x="108534" y="45223"/>
                </a:cubicBezTo>
                <a:lnTo>
                  <a:pt x="108534" y="54267"/>
                </a:lnTo>
                <a:lnTo>
                  <a:pt x="180890" y="54267"/>
                </a:lnTo>
                <a:lnTo>
                  <a:pt x="180890" y="45223"/>
                </a:lnTo>
                <a:cubicBezTo>
                  <a:pt x="180890" y="30243"/>
                  <a:pt x="193044" y="18089"/>
                  <a:pt x="208024" y="18089"/>
                </a:cubicBezTo>
                <a:lnTo>
                  <a:pt x="262291" y="18089"/>
                </a:lnTo>
                <a:cubicBezTo>
                  <a:pt x="277271" y="18089"/>
                  <a:pt x="289424" y="30243"/>
                  <a:pt x="289424" y="45223"/>
                </a:cubicBezTo>
                <a:lnTo>
                  <a:pt x="289424" y="99490"/>
                </a:lnTo>
                <a:cubicBezTo>
                  <a:pt x="289424" y="114470"/>
                  <a:pt x="277271" y="126623"/>
                  <a:pt x="262291" y="126623"/>
                </a:cubicBezTo>
                <a:lnTo>
                  <a:pt x="208024" y="126623"/>
                </a:lnTo>
                <a:cubicBezTo>
                  <a:pt x="193044" y="126623"/>
                  <a:pt x="180890" y="114470"/>
                  <a:pt x="180890" y="99490"/>
                </a:cubicBezTo>
                <a:lnTo>
                  <a:pt x="180890" y="90445"/>
                </a:lnTo>
                <a:lnTo>
                  <a:pt x="108534" y="90445"/>
                </a:lnTo>
                <a:lnTo>
                  <a:pt x="108534" y="99490"/>
                </a:lnTo>
                <a:cubicBezTo>
                  <a:pt x="108534" y="103616"/>
                  <a:pt x="107573" y="107573"/>
                  <a:pt x="105934" y="111078"/>
                </a:cubicBezTo>
                <a:lnTo>
                  <a:pt x="144712" y="162801"/>
                </a:lnTo>
                <a:lnTo>
                  <a:pt x="189935" y="162801"/>
                </a:lnTo>
                <a:cubicBezTo>
                  <a:pt x="204915" y="162801"/>
                  <a:pt x="217068" y="174955"/>
                  <a:pt x="217068" y="189935"/>
                </a:cubicBezTo>
                <a:lnTo>
                  <a:pt x="217068" y="244202"/>
                </a:lnTo>
                <a:cubicBezTo>
                  <a:pt x="217068" y="259182"/>
                  <a:pt x="204915" y="271335"/>
                  <a:pt x="189935" y="271335"/>
                </a:cubicBezTo>
                <a:lnTo>
                  <a:pt x="135668" y="271335"/>
                </a:lnTo>
                <a:cubicBezTo>
                  <a:pt x="120688" y="271335"/>
                  <a:pt x="108534" y="259182"/>
                  <a:pt x="108534" y="244202"/>
                </a:cubicBezTo>
                <a:lnTo>
                  <a:pt x="108534" y="189935"/>
                </a:lnTo>
                <a:cubicBezTo>
                  <a:pt x="108534" y="185808"/>
                  <a:pt x="109495" y="181851"/>
                  <a:pt x="111134" y="178346"/>
                </a:cubicBezTo>
                <a:lnTo>
                  <a:pt x="72356" y="126623"/>
                </a:lnTo>
                <a:lnTo>
                  <a:pt x="27134" y="126623"/>
                </a:lnTo>
                <a:cubicBezTo>
                  <a:pt x="12154" y="126623"/>
                  <a:pt x="0" y="114470"/>
                  <a:pt x="0" y="99490"/>
                </a:cubicBezTo>
                <a:lnTo>
                  <a:pt x="0" y="45223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258816" y="2435991"/>
            <a:ext cx="1941555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9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项目管理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58816" y="2870128"/>
            <a:ext cx="185713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Management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35255" y="3352501"/>
            <a:ext cx="6994421" cy="1615953"/>
          </a:xfrm>
          <a:custGeom>
            <a:avLst/>
            <a:gdLst/>
            <a:ahLst/>
            <a:cxnLst/>
            <a:rect l="l" t="t" r="r" b="b"/>
            <a:pathLst>
              <a:path w="6994421" h="1615953">
                <a:moveTo>
                  <a:pt x="96472" y="0"/>
                </a:moveTo>
                <a:lnTo>
                  <a:pt x="6897949" y="0"/>
                </a:lnTo>
                <a:cubicBezTo>
                  <a:pt x="6951229" y="0"/>
                  <a:pt x="6994421" y="43192"/>
                  <a:pt x="6994421" y="96472"/>
                </a:cubicBezTo>
                <a:lnTo>
                  <a:pt x="6994421" y="1519480"/>
                </a:lnTo>
                <a:cubicBezTo>
                  <a:pt x="6994421" y="1572760"/>
                  <a:pt x="6951229" y="1615953"/>
                  <a:pt x="6897949" y="1615953"/>
                </a:cubicBezTo>
                <a:lnTo>
                  <a:pt x="96472" y="1615953"/>
                </a:lnTo>
                <a:cubicBezTo>
                  <a:pt x="43192" y="1615953"/>
                  <a:pt x="0" y="1572760"/>
                  <a:pt x="0" y="1519480"/>
                </a:cubicBezTo>
                <a:lnTo>
                  <a:pt x="0" y="96472"/>
                </a:lnTo>
                <a:cubicBezTo>
                  <a:pt x="0" y="43192"/>
                  <a:pt x="43192" y="0"/>
                  <a:pt x="96472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728204" y="3545451"/>
            <a:ext cx="385899" cy="385899"/>
          </a:xfrm>
          <a:custGeom>
            <a:avLst/>
            <a:gdLst/>
            <a:ahLst/>
            <a:cxnLst/>
            <a:rect l="l" t="t" r="r" b="b"/>
            <a:pathLst>
              <a:path w="385899" h="385899">
                <a:moveTo>
                  <a:pt x="96475" y="0"/>
                </a:moveTo>
                <a:lnTo>
                  <a:pt x="289424" y="0"/>
                </a:lnTo>
                <a:cubicBezTo>
                  <a:pt x="342670" y="0"/>
                  <a:pt x="385899" y="43229"/>
                  <a:pt x="385899" y="96475"/>
                </a:cubicBezTo>
                <a:lnTo>
                  <a:pt x="385899" y="289424"/>
                </a:lnTo>
                <a:cubicBezTo>
                  <a:pt x="385899" y="342670"/>
                  <a:pt x="342670" y="385899"/>
                  <a:pt x="289424" y="385899"/>
                </a:cubicBezTo>
                <a:lnTo>
                  <a:pt x="96475" y="385899"/>
                </a:lnTo>
                <a:cubicBezTo>
                  <a:pt x="43229" y="385899"/>
                  <a:pt x="0" y="342670"/>
                  <a:pt x="0" y="289424"/>
                </a:cubicBezTo>
                <a:lnTo>
                  <a:pt x="0" y="96475"/>
                </a:lnTo>
                <a:cubicBezTo>
                  <a:pt x="0" y="43229"/>
                  <a:pt x="43229" y="0"/>
                  <a:pt x="9647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824679" y="3593688"/>
            <a:ext cx="289424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58816" y="3569570"/>
            <a:ext cx="1567715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项目信息维护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28204" y="4027825"/>
            <a:ext cx="6704997" cy="313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支持项目基本信息的增删改查，包括项目名称、描述、负责人等。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728204" y="4437843"/>
            <a:ext cx="1254172" cy="337662"/>
          </a:xfrm>
          <a:custGeom>
            <a:avLst/>
            <a:gdLst/>
            <a:ahLst/>
            <a:cxnLst/>
            <a:rect l="l" t="t" r="r" b="b"/>
            <a:pathLst>
              <a:path w="1254172" h="337662">
                <a:moveTo>
                  <a:pt x="48238" y="0"/>
                </a:moveTo>
                <a:lnTo>
                  <a:pt x="1205934" y="0"/>
                </a:lnTo>
                <a:cubicBezTo>
                  <a:pt x="1232575" y="0"/>
                  <a:pt x="1254172" y="21597"/>
                  <a:pt x="1254172" y="48238"/>
                </a:cubicBezTo>
                <a:lnTo>
                  <a:pt x="1254172" y="289423"/>
                </a:lnTo>
                <a:cubicBezTo>
                  <a:pt x="1254172" y="316065"/>
                  <a:pt x="1232575" y="337662"/>
                  <a:pt x="1205934" y="337662"/>
                </a:cubicBezTo>
                <a:lnTo>
                  <a:pt x="48238" y="337662"/>
                </a:lnTo>
                <a:cubicBezTo>
                  <a:pt x="21597" y="337662"/>
                  <a:pt x="0" y="316065"/>
                  <a:pt x="0" y="289423"/>
                </a:cubicBezTo>
                <a:lnTo>
                  <a:pt x="0" y="48238"/>
                </a:lnTo>
                <a:cubicBezTo>
                  <a:pt x="0" y="21597"/>
                  <a:pt x="21597" y="0"/>
                  <a:pt x="4823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728204" y="4437843"/>
            <a:ext cx="1338588" cy="337662"/>
          </a:xfrm>
          <a:prstGeom prst="rect">
            <a:avLst/>
          </a:prstGeom>
          <a:noFill/>
          <a:ln/>
        </p:spPr>
        <p:txBody>
          <a:bodyPr wrap="square" lIns="96475" tIns="48237" rIns="96475" bIns="48237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/projects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078851" y="4437843"/>
            <a:ext cx="1374766" cy="337662"/>
          </a:xfrm>
          <a:custGeom>
            <a:avLst/>
            <a:gdLst/>
            <a:ahLst/>
            <a:cxnLst/>
            <a:rect l="l" t="t" r="r" b="b"/>
            <a:pathLst>
              <a:path w="1374766" h="337662">
                <a:moveTo>
                  <a:pt x="48238" y="0"/>
                </a:moveTo>
                <a:lnTo>
                  <a:pt x="1326527" y="0"/>
                </a:lnTo>
                <a:cubicBezTo>
                  <a:pt x="1353169" y="0"/>
                  <a:pt x="1374766" y="21597"/>
                  <a:pt x="1374766" y="48238"/>
                </a:cubicBezTo>
                <a:lnTo>
                  <a:pt x="1374766" y="289423"/>
                </a:lnTo>
                <a:cubicBezTo>
                  <a:pt x="1374766" y="316065"/>
                  <a:pt x="1353169" y="337662"/>
                  <a:pt x="1326527" y="337662"/>
                </a:cubicBezTo>
                <a:lnTo>
                  <a:pt x="48238" y="337662"/>
                </a:lnTo>
                <a:cubicBezTo>
                  <a:pt x="21597" y="337662"/>
                  <a:pt x="0" y="316065"/>
                  <a:pt x="0" y="289423"/>
                </a:cubicBezTo>
                <a:lnTo>
                  <a:pt x="0" y="48238"/>
                </a:lnTo>
                <a:cubicBezTo>
                  <a:pt x="0" y="21597"/>
                  <a:pt x="21597" y="0"/>
                  <a:pt x="4823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0078851" y="4437843"/>
            <a:ext cx="1459181" cy="337662"/>
          </a:xfrm>
          <a:prstGeom prst="rect">
            <a:avLst/>
          </a:prstGeom>
          <a:noFill/>
          <a:ln/>
        </p:spPr>
        <p:txBody>
          <a:bodyPr wrap="square" lIns="96475" tIns="48237" rIns="96475" bIns="48237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/projects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535255" y="5113166"/>
            <a:ext cx="6994421" cy="1181816"/>
          </a:xfrm>
          <a:custGeom>
            <a:avLst/>
            <a:gdLst/>
            <a:ahLst/>
            <a:cxnLst/>
            <a:rect l="l" t="t" r="r" b="b"/>
            <a:pathLst>
              <a:path w="6994421" h="1181816">
                <a:moveTo>
                  <a:pt x="96472" y="0"/>
                </a:moveTo>
                <a:lnTo>
                  <a:pt x="6897950" y="0"/>
                </a:lnTo>
                <a:cubicBezTo>
                  <a:pt x="6951230" y="0"/>
                  <a:pt x="6994421" y="43192"/>
                  <a:pt x="6994421" y="96472"/>
                </a:cubicBezTo>
                <a:lnTo>
                  <a:pt x="6994421" y="1085344"/>
                </a:lnTo>
                <a:cubicBezTo>
                  <a:pt x="6994421" y="1138624"/>
                  <a:pt x="6951230" y="1181816"/>
                  <a:pt x="6897950" y="1181816"/>
                </a:cubicBezTo>
                <a:lnTo>
                  <a:pt x="96472" y="1181816"/>
                </a:lnTo>
                <a:cubicBezTo>
                  <a:pt x="43192" y="1181816"/>
                  <a:pt x="0" y="1138624"/>
                  <a:pt x="0" y="1085344"/>
                </a:cubicBezTo>
                <a:lnTo>
                  <a:pt x="0" y="96472"/>
                </a:lnTo>
                <a:cubicBezTo>
                  <a:pt x="0" y="43227"/>
                  <a:pt x="43227" y="0"/>
                  <a:pt x="96472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728204" y="5306116"/>
            <a:ext cx="385899" cy="385899"/>
          </a:xfrm>
          <a:custGeom>
            <a:avLst/>
            <a:gdLst/>
            <a:ahLst/>
            <a:cxnLst/>
            <a:rect l="l" t="t" r="r" b="b"/>
            <a:pathLst>
              <a:path w="385899" h="385899">
                <a:moveTo>
                  <a:pt x="96475" y="0"/>
                </a:moveTo>
                <a:lnTo>
                  <a:pt x="289424" y="0"/>
                </a:lnTo>
                <a:cubicBezTo>
                  <a:pt x="342670" y="0"/>
                  <a:pt x="385899" y="43229"/>
                  <a:pt x="385899" y="96475"/>
                </a:cubicBezTo>
                <a:lnTo>
                  <a:pt x="385899" y="289424"/>
                </a:lnTo>
                <a:cubicBezTo>
                  <a:pt x="385899" y="342670"/>
                  <a:pt x="342670" y="385899"/>
                  <a:pt x="289424" y="385899"/>
                </a:cubicBezTo>
                <a:lnTo>
                  <a:pt x="96475" y="385899"/>
                </a:lnTo>
                <a:cubicBezTo>
                  <a:pt x="43229" y="385899"/>
                  <a:pt x="0" y="342670"/>
                  <a:pt x="0" y="289424"/>
                </a:cubicBezTo>
                <a:lnTo>
                  <a:pt x="0" y="96475"/>
                </a:lnTo>
                <a:cubicBezTo>
                  <a:pt x="0" y="43229"/>
                  <a:pt x="43229" y="0"/>
                  <a:pt x="9647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808599" y="5354353"/>
            <a:ext cx="325602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258816" y="5330234"/>
            <a:ext cx="1567715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资源关联视图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28204" y="5788490"/>
            <a:ext cx="6704997" cy="313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通过项目ID查询该项目占用的所有资源，便于项目资源管理。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535255" y="6439694"/>
            <a:ext cx="6994421" cy="1181816"/>
          </a:xfrm>
          <a:custGeom>
            <a:avLst/>
            <a:gdLst/>
            <a:ahLst/>
            <a:cxnLst/>
            <a:rect l="l" t="t" r="r" b="b"/>
            <a:pathLst>
              <a:path w="6994421" h="1181816">
                <a:moveTo>
                  <a:pt x="96472" y="0"/>
                </a:moveTo>
                <a:lnTo>
                  <a:pt x="6897950" y="0"/>
                </a:lnTo>
                <a:cubicBezTo>
                  <a:pt x="6951230" y="0"/>
                  <a:pt x="6994421" y="43192"/>
                  <a:pt x="6994421" y="96472"/>
                </a:cubicBezTo>
                <a:lnTo>
                  <a:pt x="6994421" y="1085344"/>
                </a:lnTo>
                <a:cubicBezTo>
                  <a:pt x="6994421" y="1138624"/>
                  <a:pt x="6951230" y="1181816"/>
                  <a:pt x="6897950" y="1181816"/>
                </a:cubicBezTo>
                <a:lnTo>
                  <a:pt x="96472" y="1181816"/>
                </a:lnTo>
                <a:cubicBezTo>
                  <a:pt x="43192" y="1181816"/>
                  <a:pt x="0" y="1138624"/>
                  <a:pt x="0" y="1085344"/>
                </a:cubicBezTo>
                <a:lnTo>
                  <a:pt x="0" y="96472"/>
                </a:lnTo>
                <a:cubicBezTo>
                  <a:pt x="0" y="43227"/>
                  <a:pt x="43227" y="0"/>
                  <a:pt x="96472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728204" y="6632644"/>
            <a:ext cx="385899" cy="385899"/>
          </a:xfrm>
          <a:custGeom>
            <a:avLst/>
            <a:gdLst/>
            <a:ahLst/>
            <a:cxnLst/>
            <a:rect l="l" t="t" r="r" b="b"/>
            <a:pathLst>
              <a:path w="385899" h="385899">
                <a:moveTo>
                  <a:pt x="96475" y="0"/>
                </a:moveTo>
                <a:lnTo>
                  <a:pt x="289424" y="0"/>
                </a:lnTo>
                <a:cubicBezTo>
                  <a:pt x="342670" y="0"/>
                  <a:pt x="385899" y="43229"/>
                  <a:pt x="385899" y="96475"/>
                </a:cubicBezTo>
                <a:lnTo>
                  <a:pt x="385899" y="289424"/>
                </a:lnTo>
                <a:cubicBezTo>
                  <a:pt x="385899" y="342670"/>
                  <a:pt x="342670" y="385899"/>
                  <a:pt x="289424" y="385899"/>
                </a:cubicBezTo>
                <a:lnTo>
                  <a:pt x="96475" y="385899"/>
                </a:lnTo>
                <a:cubicBezTo>
                  <a:pt x="43229" y="385899"/>
                  <a:pt x="0" y="342670"/>
                  <a:pt x="0" y="289424"/>
                </a:cubicBezTo>
                <a:lnTo>
                  <a:pt x="0" y="96475"/>
                </a:lnTo>
                <a:cubicBezTo>
                  <a:pt x="0" y="43229"/>
                  <a:pt x="43229" y="0"/>
                  <a:pt x="9647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804580" y="6680881"/>
            <a:ext cx="325602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258816" y="6656763"/>
            <a:ext cx="1808902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数据完整性保障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728204" y="7115018"/>
            <a:ext cx="6704997" cy="313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删除项目时自动处理关联的分配记录，确保数据一致性。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86394" y="8156141"/>
            <a:ext cx="15275173" cy="972787"/>
          </a:xfrm>
          <a:custGeom>
            <a:avLst/>
            <a:gdLst/>
            <a:ahLst/>
            <a:cxnLst/>
            <a:rect l="l" t="t" r="r" b="b"/>
            <a:pathLst>
              <a:path w="15275173" h="972787">
                <a:moveTo>
                  <a:pt x="96471" y="0"/>
                </a:moveTo>
                <a:lnTo>
                  <a:pt x="15178702" y="0"/>
                </a:lnTo>
                <a:cubicBezTo>
                  <a:pt x="15231981" y="0"/>
                  <a:pt x="15275173" y="43192"/>
                  <a:pt x="15275173" y="96471"/>
                </a:cubicBezTo>
                <a:lnTo>
                  <a:pt x="15275173" y="876316"/>
                </a:lnTo>
                <a:cubicBezTo>
                  <a:pt x="15275173" y="929596"/>
                  <a:pt x="15231981" y="972787"/>
                  <a:pt x="15178702" y="972787"/>
                </a:cubicBezTo>
                <a:lnTo>
                  <a:pt x="96471" y="972787"/>
                </a:lnTo>
                <a:cubicBezTo>
                  <a:pt x="43192" y="972787"/>
                  <a:pt x="0" y="929596"/>
                  <a:pt x="0" y="876316"/>
                </a:cubicBezTo>
                <a:lnTo>
                  <a:pt x="0" y="96471"/>
                </a:lnTo>
                <a:cubicBezTo>
                  <a:pt x="0" y="43192"/>
                  <a:pt x="43192" y="0"/>
                  <a:pt x="96471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8467">
            <a:solidFill>
              <a:srgbClr val="4FD1C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651707" y="8353109"/>
            <a:ext cx="244202" cy="217068"/>
          </a:xfrm>
          <a:custGeom>
            <a:avLst/>
            <a:gdLst/>
            <a:ahLst/>
            <a:cxnLst/>
            <a:rect l="l" t="t" r="r" b="b"/>
            <a:pathLst>
              <a:path w="244202" h="217068">
                <a:moveTo>
                  <a:pt x="131216" y="-8013"/>
                </a:moveTo>
                <a:cubicBezTo>
                  <a:pt x="129478" y="-11405"/>
                  <a:pt x="125959" y="-13567"/>
                  <a:pt x="122143" y="-13567"/>
                </a:cubicBezTo>
                <a:cubicBezTo>
                  <a:pt x="118328" y="-13567"/>
                  <a:pt x="114809" y="-11405"/>
                  <a:pt x="113071" y="-8013"/>
                </a:cubicBezTo>
                <a:lnTo>
                  <a:pt x="81867" y="53122"/>
                </a:lnTo>
                <a:lnTo>
                  <a:pt x="14076" y="63891"/>
                </a:lnTo>
                <a:cubicBezTo>
                  <a:pt x="10302" y="64485"/>
                  <a:pt x="7165" y="67155"/>
                  <a:pt x="5978" y="70802"/>
                </a:cubicBezTo>
                <a:cubicBezTo>
                  <a:pt x="4791" y="74448"/>
                  <a:pt x="5766" y="78433"/>
                  <a:pt x="8437" y="81146"/>
                </a:cubicBezTo>
                <a:lnTo>
                  <a:pt x="56938" y="129690"/>
                </a:lnTo>
                <a:lnTo>
                  <a:pt x="46254" y="197481"/>
                </a:lnTo>
                <a:cubicBezTo>
                  <a:pt x="45661" y="201254"/>
                  <a:pt x="47229" y="205070"/>
                  <a:pt x="50324" y="207317"/>
                </a:cubicBezTo>
                <a:cubicBezTo>
                  <a:pt x="53419" y="209564"/>
                  <a:pt x="57489" y="209903"/>
                  <a:pt x="60923" y="208165"/>
                </a:cubicBezTo>
                <a:lnTo>
                  <a:pt x="122143" y="177046"/>
                </a:lnTo>
                <a:lnTo>
                  <a:pt x="183321" y="208165"/>
                </a:lnTo>
                <a:cubicBezTo>
                  <a:pt x="186713" y="209903"/>
                  <a:pt x="190825" y="209564"/>
                  <a:pt x="193920" y="207317"/>
                </a:cubicBezTo>
                <a:cubicBezTo>
                  <a:pt x="197015" y="205070"/>
                  <a:pt x="198584" y="201297"/>
                  <a:pt x="197990" y="197481"/>
                </a:cubicBezTo>
                <a:lnTo>
                  <a:pt x="187264" y="129690"/>
                </a:lnTo>
                <a:lnTo>
                  <a:pt x="235765" y="81146"/>
                </a:lnTo>
                <a:cubicBezTo>
                  <a:pt x="238478" y="78433"/>
                  <a:pt x="239411" y="74448"/>
                  <a:pt x="238224" y="70802"/>
                </a:cubicBezTo>
                <a:cubicBezTo>
                  <a:pt x="237037" y="67155"/>
                  <a:pt x="233942" y="64485"/>
                  <a:pt x="230126" y="63891"/>
                </a:cubicBezTo>
                <a:lnTo>
                  <a:pt x="162377" y="53122"/>
                </a:lnTo>
                <a:lnTo>
                  <a:pt x="131216" y="-8013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051173" y="8304871"/>
            <a:ext cx="5318172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核心业务逻辑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51173" y="8690771"/>
            <a:ext cx="5306113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资源分配是系统的核心业务，冲突检测算法确保调度准确性。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38293" y="8353109"/>
            <a:ext cx="244202" cy="217068"/>
          </a:xfrm>
          <a:custGeom>
            <a:avLst/>
            <a:gdLst/>
            <a:ahLst/>
            <a:cxnLst/>
            <a:rect l="l" t="t" r="r" b="b"/>
            <a:pathLst>
              <a:path w="244202" h="217068">
                <a:moveTo>
                  <a:pt x="177852" y="40700"/>
                </a:moveTo>
                <a:cubicBezTo>
                  <a:pt x="170814" y="40700"/>
                  <a:pt x="163988" y="42608"/>
                  <a:pt x="158010" y="46085"/>
                </a:cubicBezTo>
                <a:cubicBezTo>
                  <a:pt x="151312" y="39301"/>
                  <a:pt x="143511" y="33620"/>
                  <a:pt x="134905" y="29338"/>
                </a:cubicBezTo>
                <a:cubicBezTo>
                  <a:pt x="146860" y="19163"/>
                  <a:pt x="162080" y="13567"/>
                  <a:pt x="177852" y="13567"/>
                </a:cubicBezTo>
                <a:cubicBezTo>
                  <a:pt x="214482" y="13567"/>
                  <a:pt x="244202" y="43244"/>
                  <a:pt x="244202" y="79917"/>
                </a:cubicBezTo>
                <a:cubicBezTo>
                  <a:pt x="244202" y="97511"/>
                  <a:pt x="237206" y="114385"/>
                  <a:pt x="224784" y="126807"/>
                </a:cubicBezTo>
                <a:lnTo>
                  <a:pt x="194641" y="156951"/>
                </a:lnTo>
                <a:cubicBezTo>
                  <a:pt x="182219" y="169373"/>
                  <a:pt x="165345" y="176368"/>
                  <a:pt x="147751" y="176368"/>
                </a:cubicBezTo>
                <a:cubicBezTo>
                  <a:pt x="111120" y="176368"/>
                  <a:pt x="81401" y="146691"/>
                  <a:pt x="81401" y="110018"/>
                </a:cubicBezTo>
                <a:cubicBezTo>
                  <a:pt x="81401" y="109382"/>
                  <a:pt x="81401" y="108746"/>
                  <a:pt x="81443" y="108110"/>
                </a:cubicBezTo>
                <a:cubicBezTo>
                  <a:pt x="81655" y="100606"/>
                  <a:pt x="87887" y="94713"/>
                  <a:pt x="95391" y="94925"/>
                </a:cubicBezTo>
                <a:cubicBezTo>
                  <a:pt x="102895" y="95137"/>
                  <a:pt x="108789" y="101369"/>
                  <a:pt x="108577" y="108873"/>
                </a:cubicBezTo>
                <a:cubicBezTo>
                  <a:pt x="108577" y="109255"/>
                  <a:pt x="108577" y="109636"/>
                  <a:pt x="108577" y="109976"/>
                </a:cubicBezTo>
                <a:cubicBezTo>
                  <a:pt x="108577" y="131640"/>
                  <a:pt x="126129" y="149192"/>
                  <a:pt x="147793" y="149192"/>
                </a:cubicBezTo>
                <a:cubicBezTo>
                  <a:pt x="158180" y="149192"/>
                  <a:pt x="168143" y="145080"/>
                  <a:pt x="175520" y="137703"/>
                </a:cubicBezTo>
                <a:lnTo>
                  <a:pt x="205664" y="107559"/>
                </a:lnTo>
                <a:cubicBezTo>
                  <a:pt x="212998" y="100224"/>
                  <a:pt x="217153" y="90219"/>
                  <a:pt x="217153" y="79832"/>
                </a:cubicBezTo>
                <a:cubicBezTo>
                  <a:pt x="217153" y="58168"/>
                  <a:pt x="199601" y="40616"/>
                  <a:pt x="177937" y="40616"/>
                </a:cubicBezTo>
                <a:close/>
                <a:moveTo>
                  <a:pt x="116674" y="73473"/>
                </a:moveTo>
                <a:cubicBezTo>
                  <a:pt x="115869" y="73133"/>
                  <a:pt x="115063" y="72667"/>
                  <a:pt x="114342" y="72158"/>
                </a:cubicBezTo>
                <a:cubicBezTo>
                  <a:pt x="109000" y="69402"/>
                  <a:pt x="102895" y="67834"/>
                  <a:pt x="96494" y="67834"/>
                </a:cubicBezTo>
                <a:cubicBezTo>
                  <a:pt x="86107" y="67834"/>
                  <a:pt x="76143" y="71946"/>
                  <a:pt x="68767" y="79323"/>
                </a:cubicBezTo>
                <a:lnTo>
                  <a:pt x="38623" y="109467"/>
                </a:lnTo>
                <a:cubicBezTo>
                  <a:pt x="31288" y="116801"/>
                  <a:pt x="27134" y="126807"/>
                  <a:pt x="27134" y="137194"/>
                </a:cubicBezTo>
                <a:cubicBezTo>
                  <a:pt x="27134" y="158858"/>
                  <a:pt x="44686" y="176410"/>
                  <a:pt x="66350" y="176410"/>
                </a:cubicBezTo>
                <a:cubicBezTo>
                  <a:pt x="73345" y="176410"/>
                  <a:pt x="80171" y="174545"/>
                  <a:pt x="86149" y="171068"/>
                </a:cubicBezTo>
                <a:cubicBezTo>
                  <a:pt x="92848" y="177852"/>
                  <a:pt x="100648" y="183533"/>
                  <a:pt x="109297" y="187815"/>
                </a:cubicBezTo>
                <a:cubicBezTo>
                  <a:pt x="97342" y="197948"/>
                  <a:pt x="82164" y="203586"/>
                  <a:pt x="66350" y="203586"/>
                </a:cubicBezTo>
                <a:cubicBezTo>
                  <a:pt x="29720" y="203586"/>
                  <a:pt x="0" y="173909"/>
                  <a:pt x="0" y="137236"/>
                </a:cubicBezTo>
                <a:cubicBezTo>
                  <a:pt x="0" y="119642"/>
                  <a:pt x="6995" y="102768"/>
                  <a:pt x="19417" y="90346"/>
                </a:cubicBezTo>
                <a:lnTo>
                  <a:pt x="49561" y="60203"/>
                </a:lnTo>
                <a:cubicBezTo>
                  <a:pt x="61983" y="47780"/>
                  <a:pt x="78857" y="40785"/>
                  <a:pt x="96451" y="40785"/>
                </a:cubicBezTo>
                <a:cubicBezTo>
                  <a:pt x="133166" y="40785"/>
                  <a:pt x="162801" y="70717"/>
                  <a:pt x="162801" y="107305"/>
                </a:cubicBezTo>
                <a:cubicBezTo>
                  <a:pt x="162801" y="107856"/>
                  <a:pt x="162801" y="108407"/>
                  <a:pt x="162801" y="108958"/>
                </a:cubicBezTo>
                <a:cubicBezTo>
                  <a:pt x="162632" y="116462"/>
                  <a:pt x="156399" y="122355"/>
                  <a:pt x="148895" y="122186"/>
                </a:cubicBezTo>
                <a:cubicBezTo>
                  <a:pt x="141391" y="122016"/>
                  <a:pt x="135498" y="115784"/>
                  <a:pt x="135668" y="108280"/>
                </a:cubicBezTo>
                <a:cubicBezTo>
                  <a:pt x="135668" y="107941"/>
                  <a:pt x="135668" y="107644"/>
                  <a:pt x="135668" y="107305"/>
                </a:cubicBezTo>
                <a:cubicBezTo>
                  <a:pt x="135668" y="93017"/>
                  <a:pt x="128036" y="80468"/>
                  <a:pt x="116674" y="7355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637759" y="8304871"/>
            <a:ext cx="5125223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项目-资源关联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637759" y="8690771"/>
            <a:ext cx="5113163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项目与资源通过分配记录建立多对多关系，实现灵活调度。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370" y="445370"/>
            <a:ext cx="1736942" cy="367430"/>
          </a:xfrm>
          <a:custGeom>
            <a:avLst/>
            <a:gdLst/>
            <a:ahLst/>
            <a:cxnLst/>
            <a:rect l="l" t="t" r="r" b="b"/>
            <a:pathLst>
              <a:path w="1736942" h="367430">
                <a:moveTo>
                  <a:pt x="44536" y="0"/>
                </a:moveTo>
                <a:lnTo>
                  <a:pt x="1692406" y="0"/>
                </a:lnTo>
                <a:cubicBezTo>
                  <a:pt x="1717003" y="0"/>
                  <a:pt x="1736942" y="19940"/>
                  <a:pt x="1736942" y="44536"/>
                </a:cubicBezTo>
                <a:lnTo>
                  <a:pt x="1736942" y="322894"/>
                </a:lnTo>
                <a:cubicBezTo>
                  <a:pt x="1736942" y="347491"/>
                  <a:pt x="1717003" y="367430"/>
                  <a:pt x="1692406" y="367430"/>
                </a:cubicBezTo>
                <a:lnTo>
                  <a:pt x="44536" y="367430"/>
                </a:lnTo>
                <a:cubicBezTo>
                  <a:pt x="19940" y="367430"/>
                  <a:pt x="0" y="347491"/>
                  <a:pt x="0" y="322894"/>
                </a:cubicBezTo>
                <a:lnTo>
                  <a:pt x="0" y="44536"/>
                </a:lnTo>
                <a:cubicBezTo>
                  <a:pt x="0" y="19956"/>
                  <a:pt x="19956" y="0"/>
                  <a:pt x="44536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8981" y="504749"/>
            <a:ext cx="1561810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3" b="1" kern="0" spc="7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MODULES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5370" y="905582"/>
            <a:ext cx="15632482" cy="534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8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核心功能模块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5370" y="1529100"/>
            <a:ext cx="15476603" cy="311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53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维护窗口与用户认证 - 保障系统安全与资源可用性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7638" y="2019006"/>
            <a:ext cx="7549019" cy="5945688"/>
          </a:xfrm>
          <a:custGeom>
            <a:avLst/>
            <a:gdLst/>
            <a:ahLst/>
            <a:cxnLst/>
            <a:rect l="l" t="t" r="r" b="b"/>
            <a:pathLst>
              <a:path w="7549019" h="5945688">
                <a:moveTo>
                  <a:pt x="44537" y="0"/>
                </a:moveTo>
                <a:lnTo>
                  <a:pt x="7459953" y="0"/>
                </a:lnTo>
                <a:cubicBezTo>
                  <a:pt x="7509143" y="0"/>
                  <a:pt x="7549019" y="39876"/>
                  <a:pt x="7549019" y="89066"/>
                </a:cubicBezTo>
                <a:lnTo>
                  <a:pt x="7549019" y="5856621"/>
                </a:lnTo>
                <a:cubicBezTo>
                  <a:pt x="7549019" y="5905811"/>
                  <a:pt x="7509143" y="5945688"/>
                  <a:pt x="7459953" y="5945688"/>
                </a:cubicBezTo>
                <a:lnTo>
                  <a:pt x="44537" y="5945688"/>
                </a:lnTo>
                <a:cubicBezTo>
                  <a:pt x="19940" y="5945688"/>
                  <a:pt x="0" y="5925748"/>
                  <a:pt x="0" y="5901151"/>
                </a:cubicBezTo>
                <a:lnTo>
                  <a:pt x="0" y="44537"/>
                </a:lnTo>
                <a:cubicBezTo>
                  <a:pt x="0" y="19956"/>
                  <a:pt x="19956" y="0"/>
                  <a:pt x="4453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67638" y="2019006"/>
            <a:ext cx="44537" cy="5945688"/>
          </a:xfrm>
          <a:custGeom>
            <a:avLst/>
            <a:gdLst/>
            <a:ahLst/>
            <a:cxnLst/>
            <a:rect l="l" t="t" r="r" b="b"/>
            <a:pathLst>
              <a:path w="44537" h="5945688">
                <a:moveTo>
                  <a:pt x="44537" y="0"/>
                </a:moveTo>
                <a:lnTo>
                  <a:pt x="44537" y="0"/>
                </a:lnTo>
                <a:lnTo>
                  <a:pt x="44537" y="5945688"/>
                </a:lnTo>
                <a:lnTo>
                  <a:pt x="44537" y="5945688"/>
                </a:lnTo>
                <a:cubicBezTo>
                  <a:pt x="19940" y="5945688"/>
                  <a:pt x="0" y="5925748"/>
                  <a:pt x="0" y="5901151"/>
                </a:cubicBezTo>
                <a:lnTo>
                  <a:pt x="0" y="44537"/>
                </a:lnTo>
                <a:cubicBezTo>
                  <a:pt x="0" y="19940"/>
                  <a:pt x="19940" y="0"/>
                  <a:pt x="4453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2592" y="2308497"/>
            <a:ext cx="534444" cy="534444"/>
          </a:xfrm>
          <a:custGeom>
            <a:avLst/>
            <a:gdLst/>
            <a:ahLst/>
            <a:cxnLst/>
            <a:rect l="l" t="t" r="r" b="b"/>
            <a:pathLst>
              <a:path w="534444" h="534444">
                <a:moveTo>
                  <a:pt x="89076" y="0"/>
                </a:moveTo>
                <a:lnTo>
                  <a:pt x="445368" y="0"/>
                </a:lnTo>
                <a:cubicBezTo>
                  <a:pt x="494563" y="0"/>
                  <a:pt x="534444" y="39881"/>
                  <a:pt x="534444" y="89076"/>
                </a:cubicBezTo>
                <a:lnTo>
                  <a:pt x="534444" y="445368"/>
                </a:lnTo>
                <a:cubicBezTo>
                  <a:pt x="534444" y="494563"/>
                  <a:pt x="494563" y="534444"/>
                  <a:pt x="445368" y="534444"/>
                </a:cubicBezTo>
                <a:lnTo>
                  <a:pt x="89076" y="534444"/>
                </a:lnTo>
                <a:cubicBezTo>
                  <a:pt x="39881" y="534444"/>
                  <a:pt x="0" y="494563"/>
                  <a:pt x="0" y="445368"/>
                </a:cubicBezTo>
                <a:lnTo>
                  <a:pt x="0" y="89076"/>
                </a:lnTo>
                <a:cubicBezTo>
                  <a:pt x="0" y="39914"/>
                  <a:pt x="39914" y="0"/>
                  <a:pt x="8907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29501" y="2442108"/>
            <a:ext cx="300625" cy="267222"/>
          </a:xfrm>
          <a:custGeom>
            <a:avLst/>
            <a:gdLst/>
            <a:ahLst/>
            <a:cxnLst/>
            <a:rect l="l" t="t" r="r" b="b"/>
            <a:pathLst>
              <a:path w="300625" h="267222">
                <a:moveTo>
                  <a:pt x="265865" y="51461"/>
                </a:moveTo>
                <a:cubicBezTo>
                  <a:pt x="269832" y="47495"/>
                  <a:pt x="276460" y="48486"/>
                  <a:pt x="278443" y="53705"/>
                </a:cubicBezTo>
                <a:cubicBezTo>
                  <a:pt x="281992" y="62943"/>
                  <a:pt x="283923" y="73016"/>
                  <a:pt x="283923" y="83507"/>
                </a:cubicBezTo>
                <a:cubicBezTo>
                  <a:pt x="283923" y="129644"/>
                  <a:pt x="246554" y="167014"/>
                  <a:pt x="200416" y="167014"/>
                </a:cubicBezTo>
                <a:cubicBezTo>
                  <a:pt x="191283" y="167014"/>
                  <a:pt x="182462" y="165552"/>
                  <a:pt x="174216" y="162838"/>
                </a:cubicBezTo>
                <a:lnTo>
                  <a:pt x="76670" y="260385"/>
                </a:lnTo>
                <a:cubicBezTo>
                  <a:pt x="62004" y="275051"/>
                  <a:pt x="38204" y="275051"/>
                  <a:pt x="23538" y="260385"/>
                </a:cubicBezTo>
                <a:cubicBezTo>
                  <a:pt x="8873" y="245719"/>
                  <a:pt x="8873" y="221919"/>
                  <a:pt x="23538" y="207254"/>
                </a:cubicBezTo>
                <a:lnTo>
                  <a:pt x="121085" y="109707"/>
                </a:lnTo>
                <a:cubicBezTo>
                  <a:pt x="118371" y="101461"/>
                  <a:pt x="116910" y="92693"/>
                  <a:pt x="116910" y="83507"/>
                </a:cubicBezTo>
                <a:cubicBezTo>
                  <a:pt x="116910" y="37369"/>
                  <a:pt x="154279" y="0"/>
                  <a:pt x="200416" y="0"/>
                </a:cubicBezTo>
                <a:cubicBezTo>
                  <a:pt x="210907" y="0"/>
                  <a:pt x="220980" y="1931"/>
                  <a:pt x="230218" y="5480"/>
                </a:cubicBezTo>
                <a:cubicBezTo>
                  <a:pt x="235437" y="7463"/>
                  <a:pt x="236377" y="14092"/>
                  <a:pt x="232462" y="18058"/>
                </a:cubicBezTo>
                <a:lnTo>
                  <a:pt x="186168" y="64352"/>
                </a:lnTo>
                <a:cubicBezTo>
                  <a:pt x="184602" y="65918"/>
                  <a:pt x="183715" y="68058"/>
                  <a:pt x="183715" y="70250"/>
                </a:cubicBezTo>
                <a:lnTo>
                  <a:pt x="183715" y="91858"/>
                </a:lnTo>
                <a:cubicBezTo>
                  <a:pt x="183715" y="96450"/>
                  <a:pt x="187473" y="100208"/>
                  <a:pt x="192066" y="100208"/>
                </a:cubicBezTo>
                <a:lnTo>
                  <a:pt x="213673" y="100208"/>
                </a:lnTo>
                <a:cubicBezTo>
                  <a:pt x="215865" y="100208"/>
                  <a:pt x="218005" y="99321"/>
                  <a:pt x="219571" y="97755"/>
                </a:cubicBezTo>
                <a:lnTo>
                  <a:pt x="265865" y="51461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80647" y="2241691"/>
            <a:ext cx="1959627" cy="400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3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维护窗口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80647" y="2642524"/>
            <a:ext cx="1881688" cy="26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3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 Windows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2592" y="3087894"/>
            <a:ext cx="7081381" cy="1135693"/>
          </a:xfrm>
          <a:custGeom>
            <a:avLst/>
            <a:gdLst/>
            <a:ahLst/>
            <a:cxnLst/>
            <a:rect l="l" t="t" r="r" b="b"/>
            <a:pathLst>
              <a:path w="7081381" h="1135693">
                <a:moveTo>
                  <a:pt x="89072" y="0"/>
                </a:moveTo>
                <a:lnTo>
                  <a:pt x="6992308" y="0"/>
                </a:lnTo>
                <a:cubicBezTo>
                  <a:pt x="7041502" y="0"/>
                  <a:pt x="7081381" y="39879"/>
                  <a:pt x="7081381" y="89072"/>
                </a:cubicBezTo>
                <a:lnTo>
                  <a:pt x="7081381" y="1046621"/>
                </a:lnTo>
                <a:cubicBezTo>
                  <a:pt x="7081381" y="1095814"/>
                  <a:pt x="7041502" y="1135693"/>
                  <a:pt x="6992308" y="1135693"/>
                </a:cubicBezTo>
                <a:lnTo>
                  <a:pt x="89072" y="1135693"/>
                </a:lnTo>
                <a:cubicBezTo>
                  <a:pt x="39879" y="1135693"/>
                  <a:pt x="0" y="1095814"/>
                  <a:pt x="0" y="1046621"/>
                </a:cubicBezTo>
                <a:lnTo>
                  <a:pt x="0" y="89072"/>
                </a:lnTo>
                <a:cubicBezTo>
                  <a:pt x="0" y="39912"/>
                  <a:pt x="39912" y="0"/>
                  <a:pt x="89072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31101" y="3321713"/>
            <a:ext cx="175364" cy="200416"/>
          </a:xfrm>
          <a:custGeom>
            <a:avLst/>
            <a:gdLst/>
            <a:ahLst/>
            <a:cxnLst/>
            <a:rect l="l" t="t" r="r" b="b"/>
            <a:pathLst>
              <a:path w="175364" h="200416">
                <a:moveTo>
                  <a:pt x="50104" y="0"/>
                </a:moveTo>
                <a:cubicBezTo>
                  <a:pt x="57033" y="0"/>
                  <a:pt x="62630" y="5598"/>
                  <a:pt x="62630" y="12526"/>
                </a:cubicBezTo>
                <a:lnTo>
                  <a:pt x="62630" y="25052"/>
                </a:lnTo>
                <a:lnTo>
                  <a:pt x="112734" y="25052"/>
                </a:lnTo>
                <a:lnTo>
                  <a:pt x="112734" y="12526"/>
                </a:lnTo>
                <a:cubicBezTo>
                  <a:pt x="112734" y="5598"/>
                  <a:pt x="118332" y="0"/>
                  <a:pt x="125260" y="0"/>
                </a:cubicBezTo>
                <a:cubicBezTo>
                  <a:pt x="132189" y="0"/>
                  <a:pt x="137786" y="5598"/>
                  <a:pt x="137786" y="12526"/>
                </a:cubicBezTo>
                <a:lnTo>
                  <a:pt x="137786" y="25052"/>
                </a:lnTo>
                <a:lnTo>
                  <a:pt x="150312" y="25052"/>
                </a:lnTo>
                <a:cubicBezTo>
                  <a:pt x="164130" y="25052"/>
                  <a:pt x="175364" y="36286"/>
                  <a:pt x="175364" y="50104"/>
                </a:cubicBezTo>
                <a:lnTo>
                  <a:pt x="175364" y="162838"/>
                </a:lnTo>
                <a:cubicBezTo>
                  <a:pt x="175364" y="176656"/>
                  <a:pt x="164130" y="187890"/>
                  <a:pt x="150312" y="187890"/>
                </a:cubicBezTo>
                <a:lnTo>
                  <a:pt x="25052" y="187890"/>
                </a:lnTo>
                <a:cubicBezTo>
                  <a:pt x="11234" y="187890"/>
                  <a:pt x="0" y="176656"/>
                  <a:pt x="0" y="162838"/>
                </a:cubicBezTo>
                <a:lnTo>
                  <a:pt x="0" y="50104"/>
                </a:lnTo>
                <a:cubicBezTo>
                  <a:pt x="0" y="36286"/>
                  <a:pt x="11234" y="25052"/>
                  <a:pt x="25052" y="25052"/>
                </a:cubicBezTo>
                <a:lnTo>
                  <a:pt x="37578" y="25052"/>
                </a:lnTo>
                <a:lnTo>
                  <a:pt x="37578" y="12526"/>
                </a:lnTo>
                <a:cubicBezTo>
                  <a:pt x="37578" y="5598"/>
                  <a:pt x="43176" y="0"/>
                  <a:pt x="50104" y="0"/>
                </a:cubicBezTo>
                <a:close/>
                <a:moveTo>
                  <a:pt x="25052" y="93945"/>
                </a:moveTo>
                <a:lnTo>
                  <a:pt x="25052" y="106471"/>
                </a:lnTo>
                <a:cubicBezTo>
                  <a:pt x="25052" y="109916"/>
                  <a:pt x="27870" y="112734"/>
                  <a:pt x="31315" y="112734"/>
                </a:cubicBezTo>
                <a:lnTo>
                  <a:pt x="43841" y="112734"/>
                </a:lnTo>
                <a:cubicBezTo>
                  <a:pt x="47286" y="112734"/>
                  <a:pt x="50104" y="109916"/>
                  <a:pt x="50104" y="106471"/>
                </a:cubicBezTo>
                <a:lnTo>
                  <a:pt x="50104" y="93945"/>
                </a:lnTo>
                <a:cubicBezTo>
                  <a:pt x="50104" y="90501"/>
                  <a:pt x="47286" y="87682"/>
                  <a:pt x="43841" y="87682"/>
                </a:cubicBezTo>
                <a:lnTo>
                  <a:pt x="31315" y="87682"/>
                </a:lnTo>
                <a:cubicBezTo>
                  <a:pt x="27870" y="87682"/>
                  <a:pt x="25052" y="90501"/>
                  <a:pt x="25052" y="93945"/>
                </a:cubicBezTo>
                <a:close/>
                <a:moveTo>
                  <a:pt x="75156" y="93945"/>
                </a:moveTo>
                <a:lnTo>
                  <a:pt x="75156" y="106471"/>
                </a:lnTo>
                <a:cubicBezTo>
                  <a:pt x="75156" y="109916"/>
                  <a:pt x="77975" y="112734"/>
                  <a:pt x="81419" y="112734"/>
                </a:cubicBezTo>
                <a:lnTo>
                  <a:pt x="93945" y="112734"/>
                </a:lnTo>
                <a:cubicBezTo>
                  <a:pt x="97390" y="112734"/>
                  <a:pt x="100208" y="109916"/>
                  <a:pt x="100208" y="106471"/>
                </a:cubicBezTo>
                <a:lnTo>
                  <a:pt x="100208" y="93945"/>
                </a:lnTo>
                <a:cubicBezTo>
                  <a:pt x="100208" y="90501"/>
                  <a:pt x="97390" y="87682"/>
                  <a:pt x="93945" y="87682"/>
                </a:cubicBezTo>
                <a:lnTo>
                  <a:pt x="81419" y="87682"/>
                </a:lnTo>
                <a:cubicBezTo>
                  <a:pt x="77975" y="87682"/>
                  <a:pt x="75156" y="90501"/>
                  <a:pt x="75156" y="93945"/>
                </a:cubicBezTo>
                <a:close/>
                <a:moveTo>
                  <a:pt x="131523" y="87682"/>
                </a:moveTo>
                <a:cubicBezTo>
                  <a:pt x="128079" y="87682"/>
                  <a:pt x="125260" y="90501"/>
                  <a:pt x="125260" y="93945"/>
                </a:cubicBezTo>
                <a:lnTo>
                  <a:pt x="125260" y="106471"/>
                </a:lnTo>
                <a:cubicBezTo>
                  <a:pt x="125260" y="109916"/>
                  <a:pt x="128079" y="112734"/>
                  <a:pt x="131523" y="112734"/>
                </a:cubicBezTo>
                <a:lnTo>
                  <a:pt x="144049" y="112734"/>
                </a:lnTo>
                <a:cubicBezTo>
                  <a:pt x="147494" y="112734"/>
                  <a:pt x="150312" y="109916"/>
                  <a:pt x="150312" y="106471"/>
                </a:cubicBezTo>
                <a:lnTo>
                  <a:pt x="150312" y="93945"/>
                </a:lnTo>
                <a:cubicBezTo>
                  <a:pt x="150312" y="90501"/>
                  <a:pt x="147494" y="87682"/>
                  <a:pt x="144049" y="87682"/>
                </a:cubicBezTo>
                <a:lnTo>
                  <a:pt x="131523" y="87682"/>
                </a:lnTo>
                <a:close/>
                <a:moveTo>
                  <a:pt x="25052" y="144049"/>
                </a:moveTo>
                <a:lnTo>
                  <a:pt x="25052" y="156575"/>
                </a:lnTo>
                <a:cubicBezTo>
                  <a:pt x="25052" y="160020"/>
                  <a:pt x="27870" y="162838"/>
                  <a:pt x="31315" y="162838"/>
                </a:cubicBezTo>
                <a:lnTo>
                  <a:pt x="43841" y="162838"/>
                </a:lnTo>
                <a:cubicBezTo>
                  <a:pt x="47286" y="162838"/>
                  <a:pt x="50104" y="160020"/>
                  <a:pt x="50104" y="156575"/>
                </a:cubicBezTo>
                <a:lnTo>
                  <a:pt x="50104" y="144049"/>
                </a:lnTo>
                <a:cubicBezTo>
                  <a:pt x="50104" y="140605"/>
                  <a:pt x="47286" y="137786"/>
                  <a:pt x="43841" y="137786"/>
                </a:cubicBezTo>
                <a:lnTo>
                  <a:pt x="31315" y="137786"/>
                </a:lnTo>
                <a:cubicBezTo>
                  <a:pt x="27870" y="137786"/>
                  <a:pt x="25052" y="140605"/>
                  <a:pt x="25052" y="144049"/>
                </a:cubicBezTo>
                <a:close/>
                <a:moveTo>
                  <a:pt x="81419" y="137786"/>
                </a:moveTo>
                <a:cubicBezTo>
                  <a:pt x="77975" y="137786"/>
                  <a:pt x="75156" y="140605"/>
                  <a:pt x="75156" y="144049"/>
                </a:cubicBezTo>
                <a:lnTo>
                  <a:pt x="75156" y="156575"/>
                </a:lnTo>
                <a:cubicBezTo>
                  <a:pt x="75156" y="160020"/>
                  <a:pt x="77975" y="162838"/>
                  <a:pt x="81419" y="162838"/>
                </a:cubicBezTo>
                <a:lnTo>
                  <a:pt x="93945" y="162838"/>
                </a:lnTo>
                <a:cubicBezTo>
                  <a:pt x="97390" y="162838"/>
                  <a:pt x="100208" y="160020"/>
                  <a:pt x="100208" y="156575"/>
                </a:cubicBezTo>
                <a:lnTo>
                  <a:pt x="100208" y="144049"/>
                </a:lnTo>
                <a:cubicBezTo>
                  <a:pt x="100208" y="140605"/>
                  <a:pt x="97390" y="137786"/>
                  <a:pt x="93945" y="137786"/>
                </a:cubicBezTo>
                <a:lnTo>
                  <a:pt x="81419" y="137786"/>
                </a:lnTo>
                <a:close/>
                <a:moveTo>
                  <a:pt x="125260" y="144049"/>
                </a:moveTo>
                <a:lnTo>
                  <a:pt x="125260" y="156575"/>
                </a:lnTo>
                <a:cubicBezTo>
                  <a:pt x="125260" y="160020"/>
                  <a:pt x="128079" y="162838"/>
                  <a:pt x="131523" y="162838"/>
                </a:cubicBezTo>
                <a:lnTo>
                  <a:pt x="144049" y="162838"/>
                </a:lnTo>
                <a:cubicBezTo>
                  <a:pt x="147494" y="162838"/>
                  <a:pt x="150312" y="160020"/>
                  <a:pt x="150312" y="156575"/>
                </a:cubicBezTo>
                <a:lnTo>
                  <a:pt x="150312" y="144049"/>
                </a:lnTo>
                <a:cubicBezTo>
                  <a:pt x="150312" y="140605"/>
                  <a:pt x="147494" y="137786"/>
                  <a:pt x="144049" y="137786"/>
                </a:cubicBezTo>
                <a:lnTo>
                  <a:pt x="131523" y="137786"/>
                </a:lnTo>
                <a:cubicBezTo>
                  <a:pt x="128079" y="137786"/>
                  <a:pt x="125260" y="140605"/>
                  <a:pt x="125260" y="144049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274871" y="3266042"/>
            <a:ext cx="1447452" cy="311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5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维护时段管理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0740" y="3666875"/>
            <a:ext cx="6814159" cy="289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支持维护窗口的增删改查，规划资源的维护时段，避免与分配冲突。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2592" y="4357198"/>
            <a:ext cx="7081381" cy="1536526"/>
          </a:xfrm>
          <a:custGeom>
            <a:avLst/>
            <a:gdLst/>
            <a:ahLst/>
            <a:cxnLst/>
            <a:rect l="l" t="t" r="r" b="b"/>
            <a:pathLst>
              <a:path w="7081381" h="1536526">
                <a:moveTo>
                  <a:pt x="89072" y="0"/>
                </a:moveTo>
                <a:lnTo>
                  <a:pt x="6992308" y="0"/>
                </a:lnTo>
                <a:cubicBezTo>
                  <a:pt x="7041502" y="0"/>
                  <a:pt x="7081381" y="39879"/>
                  <a:pt x="7081381" y="89072"/>
                </a:cubicBezTo>
                <a:lnTo>
                  <a:pt x="7081381" y="1447454"/>
                </a:lnTo>
                <a:cubicBezTo>
                  <a:pt x="7081381" y="1496647"/>
                  <a:pt x="7041502" y="1536526"/>
                  <a:pt x="6992308" y="1536526"/>
                </a:cubicBezTo>
                <a:lnTo>
                  <a:pt x="89072" y="1536526"/>
                </a:lnTo>
                <a:cubicBezTo>
                  <a:pt x="39879" y="1536526"/>
                  <a:pt x="0" y="1496647"/>
                  <a:pt x="0" y="1447454"/>
                </a:cubicBezTo>
                <a:lnTo>
                  <a:pt x="0" y="89072"/>
                </a:lnTo>
                <a:cubicBezTo>
                  <a:pt x="0" y="39912"/>
                  <a:pt x="39912" y="0"/>
                  <a:pt x="89072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18575" y="4591017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162838" y="81419"/>
                </a:moveTo>
                <a:cubicBezTo>
                  <a:pt x="162838" y="99386"/>
                  <a:pt x="157006" y="115983"/>
                  <a:pt x="147181" y="129449"/>
                </a:cubicBezTo>
                <a:lnTo>
                  <a:pt x="196737" y="179044"/>
                </a:lnTo>
                <a:cubicBezTo>
                  <a:pt x="201630" y="183937"/>
                  <a:pt x="201630" y="191883"/>
                  <a:pt x="196737" y="196776"/>
                </a:cubicBezTo>
                <a:cubicBezTo>
                  <a:pt x="191844" y="201669"/>
                  <a:pt x="183898" y="201669"/>
                  <a:pt x="179005" y="196776"/>
                </a:cubicBezTo>
                <a:lnTo>
                  <a:pt x="129449" y="147181"/>
                </a:lnTo>
                <a:cubicBezTo>
                  <a:pt x="115983" y="157006"/>
                  <a:pt x="99386" y="162838"/>
                  <a:pt x="81419" y="162838"/>
                </a:cubicBezTo>
                <a:cubicBezTo>
                  <a:pt x="36443" y="162838"/>
                  <a:pt x="0" y="126395"/>
                  <a:pt x="0" y="81419"/>
                </a:cubicBezTo>
                <a:cubicBezTo>
                  <a:pt x="0" y="36443"/>
                  <a:pt x="36443" y="0"/>
                  <a:pt x="81419" y="0"/>
                </a:cubicBezTo>
                <a:cubicBezTo>
                  <a:pt x="126395" y="0"/>
                  <a:pt x="162838" y="36443"/>
                  <a:pt x="162838" y="81419"/>
                </a:cubicBezTo>
                <a:close/>
                <a:moveTo>
                  <a:pt x="81419" y="137786"/>
                </a:moveTo>
                <a:cubicBezTo>
                  <a:pt x="112529" y="137786"/>
                  <a:pt x="137786" y="112529"/>
                  <a:pt x="137786" y="81419"/>
                </a:cubicBezTo>
                <a:cubicBezTo>
                  <a:pt x="137786" y="50309"/>
                  <a:pt x="112529" y="25052"/>
                  <a:pt x="81419" y="25052"/>
                </a:cubicBezTo>
                <a:cubicBezTo>
                  <a:pt x="50309" y="25052"/>
                  <a:pt x="25052" y="50309"/>
                  <a:pt x="25052" y="81419"/>
                </a:cubicBezTo>
                <a:cubicBezTo>
                  <a:pt x="25052" y="112529"/>
                  <a:pt x="50309" y="137786"/>
                  <a:pt x="81419" y="137786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274871" y="4535346"/>
            <a:ext cx="1447452" cy="311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5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灵活查询机制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0740" y="4936179"/>
            <a:ext cx="6814159" cy="289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支持按资源ID、时间段范围查询维护窗口。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90740" y="5314743"/>
            <a:ext cx="6725085" cy="400833"/>
          </a:xfrm>
          <a:custGeom>
            <a:avLst/>
            <a:gdLst/>
            <a:ahLst/>
            <a:cxnLst/>
            <a:rect l="l" t="t" r="r" b="b"/>
            <a:pathLst>
              <a:path w="6725085" h="400833">
                <a:moveTo>
                  <a:pt x="44537" y="0"/>
                </a:moveTo>
                <a:lnTo>
                  <a:pt x="6680548" y="0"/>
                </a:lnTo>
                <a:cubicBezTo>
                  <a:pt x="6705145" y="0"/>
                  <a:pt x="6725085" y="19940"/>
                  <a:pt x="6725085" y="44537"/>
                </a:cubicBezTo>
                <a:lnTo>
                  <a:pt x="6725085" y="356296"/>
                </a:lnTo>
                <a:cubicBezTo>
                  <a:pt x="6725085" y="380893"/>
                  <a:pt x="6705145" y="400833"/>
                  <a:pt x="6680548" y="400833"/>
                </a:cubicBezTo>
                <a:lnTo>
                  <a:pt x="44537" y="400833"/>
                </a:lnTo>
                <a:cubicBezTo>
                  <a:pt x="19940" y="400833"/>
                  <a:pt x="0" y="380893"/>
                  <a:pt x="0" y="356296"/>
                </a:cubicBezTo>
                <a:lnTo>
                  <a:pt x="0" y="44537"/>
                </a:lnTo>
                <a:cubicBezTo>
                  <a:pt x="0" y="19940"/>
                  <a:pt x="19940" y="0"/>
                  <a:pt x="4453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90740" y="5314743"/>
            <a:ext cx="6803025" cy="400833"/>
          </a:xfrm>
          <a:prstGeom prst="rect">
            <a:avLst/>
          </a:prstGeom>
          <a:noFill/>
          <a:ln/>
        </p:spPr>
        <p:txBody>
          <a:bodyPr wrap="square" lIns="89074" tIns="89074" rIns="89074" bIns="89074" rtlCol="0" anchor="ctr"/>
          <a:lstStyle/>
          <a:p>
            <a:pPr>
              <a:lnSpc>
                <a:spcPct val="120000"/>
              </a:lnSpc>
            </a:pPr>
            <a:r>
              <a:rPr lang="en-US" sz="1227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/maintenance-windows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2592" y="6027335"/>
            <a:ext cx="7081381" cy="1046619"/>
          </a:xfrm>
          <a:custGeom>
            <a:avLst/>
            <a:gdLst/>
            <a:ahLst/>
            <a:cxnLst/>
            <a:rect l="l" t="t" r="r" b="b"/>
            <a:pathLst>
              <a:path w="7081381" h="1046619">
                <a:moveTo>
                  <a:pt x="89078" y="0"/>
                </a:moveTo>
                <a:lnTo>
                  <a:pt x="6992303" y="0"/>
                </a:lnTo>
                <a:cubicBezTo>
                  <a:pt x="7041499" y="0"/>
                  <a:pt x="7081381" y="39881"/>
                  <a:pt x="7081381" y="89078"/>
                </a:cubicBezTo>
                <a:lnTo>
                  <a:pt x="7081381" y="957541"/>
                </a:lnTo>
                <a:cubicBezTo>
                  <a:pt x="7081381" y="1006738"/>
                  <a:pt x="7041499" y="1046619"/>
                  <a:pt x="6992303" y="1046619"/>
                </a:cubicBezTo>
                <a:lnTo>
                  <a:pt x="89078" y="1046619"/>
                </a:lnTo>
                <a:cubicBezTo>
                  <a:pt x="39881" y="1046619"/>
                  <a:pt x="0" y="1006738"/>
                  <a:pt x="0" y="957541"/>
                </a:cubicBezTo>
                <a:lnTo>
                  <a:pt x="0" y="89078"/>
                </a:lnTo>
                <a:cubicBezTo>
                  <a:pt x="0" y="39914"/>
                  <a:pt x="39914" y="0"/>
                  <a:pt x="89078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18575" y="6261154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100208" y="0"/>
                </a:moveTo>
                <a:cubicBezTo>
                  <a:pt x="102009" y="0"/>
                  <a:pt x="103809" y="391"/>
                  <a:pt x="105453" y="1135"/>
                </a:cubicBezTo>
                <a:lnTo>
                  <a:pt x="179200" y="32411"/>
                </a:lnTo>
                <a:cubicBezTo>
                  <a:pt x="187812" y="36051"/>
                  <a:pt x="194232" y="44546"/>
                  <a:pt x="194193" y="54801"/>
                </a:cubicBezTo>
                <a:cubicBezTo>
                  <a:pt x="193997" y="93632"/>
                  <a:pt x="178026" y="164678"/>
                  <a:pt x="110581" y="196972"/>
                </a:cubicBezTo>
                <a:cubicBezTo>
                  <a:pt x="104044" y="200103"/>
                  <a:pt x="96450" y="200103"/>
                  <a:pt x="89913" y="196972"/>
                </a:cubicBezTo>
                <a:cubicBezTo>
                  <a:pt x="22429" y="164678"/>
                  <a:pt x="6498" y="93632"/>
                  <a:pt x="6302" y="54801"/>
                </a:cubicBezTo>
                <a:cubicBezTo>
                  <a:pt x="6263" y="44546"/>
                  <a:pt x="12683" y="36051"/>
                  <a:pt x="21294" y="32411"/>
                </a:cubicBezTo>
                <a:lnTo>
                  <a:pt x="95002" y="1135"/>
                </a:lnTo>
                <a:cubicBezTo>
                  <a:pt x="96646" y="391"/>
                  <a:pt x="98408" y="0"/>
                  <a:pt x="100208" y="0"/>
                </a:cubicBezTo>
                <a:close/>
                <a:moveTo>
                  <a:pt x="100208" y="26148"/>
                </a:moveTo>
                <a:lnTo>
                  <a:pt x="100208" y="174151"/>
                </a:lnTo>
                <a:cubicBezTo>
                  <a:pt x="154227" y="148003"/>
                  <a:pt x="168749" y="90070"/>
                  <a:pt x="169101" y="55389"/>
                </a:cubicBezTo>
                <a:lnTo>
                  <a:pt x="100208" y="26187"/>
                </a:lnTo>
                <a:lnTo>
                  <a:pt x="100208" y="26187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274871" y="6205483"/>
            <a:ext cx="1224767" cy="311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5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可用性保障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0740" y="6606316"/>
            <a:ext cx="6814159" cy="289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维护窗口期间资源不可分配，确保维护工作的顺利进行。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59060" y="2019006"/>
            <a:ext cx="7549019" cy="5945688"/>
          </a:xfrm>
          <a:custGeom>
            <a:avLst/>
            <a:gdLst/>
            <a:ahLst/>
            <a:cxnLst/>
            <a:rect l="l" t="t" r="r" b="b"/>
            <a:pathLst>
              <a:path w="7549019" h="5945688">
                <a:moveTo>
                  <a:pt x="44537" y="0"/>
                </a:moveTo>
                <a:lnTo>
                  <a:pt x="7459953" y="0"/>
                </a:lnTo>
                <a:cubicBezTo>
                  <a:pt x="7509143" y="0"/>
                  <a:pt x="7549019" y="39876"/>
                  <a:pt x="7549019" y="89066"/>
                </a:cubicBezTo>
                <a:lnTo>
                  <a:pt x="7549019" y="5856621"/>
                </a:lnTo>
                <a:cubicBezTo>
                  <a:pt x="7549019" y="5905811"/>
                  <a:pt x="7509143" y="5945688"/>
                  <a:pt x="7459953" y="5945688"/>
                </a:cubicBezTo>
                <a:lnTo>
                  <a:pt x="44537" y="5945688"/>
                </a:lnTo>
                <a:cubicBezTo>
                  <a:pt x="19940" y="5945688"/>
                  <a:pt x="0" y="5925748"/>
                  <a:pt x="0" y="5901151"/>
                </a:cubicBezTo>
                <a:lnTo>
                  <a:pt x="0" y="44537"/>
                </a:lnTo>
                <a:cubicBezTo>
                  <a:pt x="0" y="19956"/>
                  <a:pt x="19956" y="0"/>
                  <a:pt x="4453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259060" y="2019006"/>
            <a:ext cx="44537" cy="5945688"/>
          </a:xfrm>
          <a:custGeom>
            <a:avLst/>
            <a:gdLst/>
            <a:ahLst/>
            <a:cxnLst/>
            <a:rect l="l" t="t" r="r" b="b"/>
            <a:pathLst>
              <a:path w="44537" h="5945688">
                <a:moveTo>
                  <a:pt x="44537" y="0"/>
                </a:moveTo>
                <a:lnTo>
                  <a:pt x="44537" y="0"/>
                </a:lnTo>
                <a:lnTo>
                  <a:pt x="44537" y="5945688"/>
                </a:lnTo>
                <a:lnTo>
                  <a:pt x="44537" y="5945688"/>
                </a:lnTo>
                <a:cubicBezTo>
                  <a:pt x="19940" y="5945688"/>
                  <a:pt x="0" y="5925748"/>
                  <a:pt x="0" y="5901151"/>
                </a:cubicBezTo>
                <a:lnTo>
                  <a:pt x="0" y="44537"/>
                </a:lnTo>
                <a:cubicBezTo>
                  <a:pt x="0" y="19940"/>
                  <a:pt x="19940" y="0"/>
                  <a:pt x="4453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504013" y="2308497"/>
            <a:ext cx="534444" cy="534444"/>
          </a:xfrm>
          <a:custGeom>
            <a:avLst/>
            <a:gdLst/>
            <a:ahLst/>
            <a:cxnLst/>
            <a:rect l="l" t="t" r="r" b="b"/>
            <a:pathLst>
              <a:path w="534444" h="534444">
                <a:moveTo>
                  <a:pt x="89076" y="0"/>
                </a:moveTo>
                <a:lnTo>
                  <a:pt x="445368" y="0"/>
                </a:lnTo>
                <a:cubicBezTo>
                  <a:pt x="494563" y="0"/>
                  <a:pt x="534444" y="39881"/>
                  <a:pt x="534444" y="89076"/>
                </a:cubicBezTo>
                <a:lnTo>
                  <a:pt x="534444" y="445368"/>
                </a:lnTo>
                <a:cubicBezTo>
                  <a:pt x="534444" y="494563"/>
                  <a:pt x="494563" y="534444"/>
                  <a:pt x="445368" y="534444"/>
                </a:cubicBezTo>
                <a:lnTo>
                  <a:pt x="89076" y="534444"/>
                </a:lnTo>
                <a:cubicBezTo>
                  <a:pt x="39881" y="534444"/>
                  <a:pt x="0" y="494563"/>
                  <a:pt x="0" y="445368"/>
                </a:cubicBezTo>
                <a:lnTo>
                  <a:pt x="0" y="89076"/>
                </a:lnTo>
                <a:cubicBezTo>
                  <a:pt x="0" y="39914"/>
                  <a:pt x="39914" y="0"/>
                  <a:pt x="8907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620923" y="2442108"/>
            <a:ext cx="300625" cy="267222"/>
          </a:xfrm>
          <a:custGeom>
            <a:avLst/>
            <a:gdLst/>
            <a:ahLst/>
            <a:cxnLst/>
            <a:rect l="l" t="t" r="r" b="b"/>
            <a:pathLst>
              <a:path w="300625" h="267222">
                <a:moveTo>
                  <a:pt x="116910" y="129436"/>
                </a:moveTo>
                <a:cubicBezTo>
                  <a:pt x="151476" y="129436"/>
                  <a:pt x="179540" y="101372"/>
                  <a:pt x="179540" y="66805"/>
                </a:cubicBezTo>
                <a:cubicBezTo>
                  <a:pt x="179540" y="32239"/>
                  <a:pt x="151476" y="4175"/>
                  <a:pt x="116910" y="4175"/>
                </a:cubicBezTo>
                <a:cubicBezTo>
                  <a:pt x="82343" y="4175"/>
                  <a:pt x="54279" y="32239"/>
                  <a:pt x="54279" y="66805"/>
                </a:cubicBezTo>
                <a:cubicBezTo>
                  <a:pt x="54279" y="101372"/>
                  <a:pt x="82343" y="129436"/>
                  <a:pt x="116910" y="129436"/>
                </a:cubicBezTo>
                <a:close/>
                <a:moveTo>
                  <a:pt x="101409" y="158663"/>
                </a:moveTo>
                <a:cubicBezTo>
                  <a:pt x="50000" y="158663"/>
                  <a:pt x="8351" y="200312"/>
                  <a:pt x="8351" y="251721"/>
                </a:cubicBezTo>
                <a:cubicBezTo>
                  <a:pt x="8351" y="260280"/>
                  <a:pt x="15292" y="267222"/>
                  <a:pt x="23852" y="267222"/>
                </a:cubicBezTo>
                <a:lnTo>
                  <a:pt x="155114" y="267222"/>
                </a:lnTo>
                <a:cubicBezTo>
                  <a:pt x="136221" y="244988"/>
                  <a:pt x="125260" y="216335"/>
                  <a:pt x="125260" y="186012"/>
                </a:cubicBezTo>
                <a:lnTo>
                  <a:pt x="125260" y="169780"/>
                </a:lnTo>
                <a:cubicBezTo>
                  <a:pt x="125260" y="165970"/>
                  <a:pt x="125782" y="162212"/>
                  <a:pt x="126774" y="158663"/>
                </a:cubicBezTo>
                <a:lnTo>
                  <a:pt x="101409" y="158663"/>
                </a:lnTo>
                <a:close/>
                <a:moveTo>
                  <a:pt x="232410" y="254957"/>
                </a:moveTo>
                <a:lnTo>
                  <a:pt x="225468" y="258245"/>
                </a:lnTo>
                <a:lnTo>
                  <a:pt x="225468" y="160072"/>
                </a:lnTo>
                <a:lnTo>
                  <a:pt x="275573" y="176774"/>
                </a:lnTo>
                <a:lnTo>
                  <a:pt x="275573" y="187003"/>
                </a:lnTo>
                <a:cubicBezTo>
                  <a:pt x="275573" y="216126"/>
                  <a:pt x="258767" y="242587"/>
                  <a:pt x="232410" y="255009"/>
                </a:cubicBezTo>
                <a:close/>
                <a:moveTo>
                  <a:pt x="220197" y="135438"/>
                </a:moveTo>
                <a:lnTo>
                  <a:pt x="161742" y="154905"/>
                </a:lnTo>
                <a:cubicBezTo>
                  <a:pt x="154905" y="157202"/>
                  <a:pt x="150312" y="163569"/>
                  <a:pt x="150312" y="170772"/>
                </a:cubicBezTo>
                <a:lnTo>
                  <a:pt x="150312" y="187003"/>
                </a:lnTo>
                <a:cubicBezTo>
                  <a:pt x="150312" y="225834"/>
                  <a:pt x="172755" y="261168"/>
                  <a:pt x="207828" y="277660"/>
                </a:cubicBezTo>
                <a:lnTo>
                  <a:pt x="217483" y="282201"/>
                </a:lnTo>
                <a:cubicBezTo>
                  <a:pt x="219988" y="283349"/>
                  <a:pt x="222702" y="283975"/>
                  <a:pt x="225416" y="283975"/>
                </a:cubicBezTo>
                <a:cubicBezTo>
                  <a:pt x="228130" y="283975"/>
                  <a:pt x="230896" y="283349"/>
                  <a:pt x="233349" y="282201"/>
                </a:cubicBezTo>
                <a:lnTo>
                  <a:pt x="243005" y="277660"/>
                </a:lnTo>
                <a:cubicBezTo>
                  <a:pt x="278182" y="261115"/>
                  <a:pt x="300625" y="225782"/>
                  <a:pt x="300625" y="186951"/>
                </a:cubicBezTo>
                <a:lnTo>
                  <a:pt x="300625" y="170719"/>
                </a:lnTo>
                <a:cubicBezTo>
                  <a:pt x="300625" y="163517"/>
                  <a:pt x="296032" y="157149"/>
                  <a:pt x="289195" y="154853"/>
                </a:cubicBezTo>
                <a:lnTo>
                  <a:pt x="230740" y="135385"/>
                </a:lnTo>
                <a:cubicBezTo>
                  <a:pt x="227295" y="134237"/>
                  <a:pt x="223590" y="134237"/>
                  <a:pt x="220197" y="13538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172068" y="2241691"/>
            <a:ext cx="2560877" cy="400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3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用户与认证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72068" y="2642524"/>
            <a:ext cx="2482937" cy="26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3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&amp; Authorization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04013" y="3087894"/>
            <a:ext cx="7081381" cy="1536526"/>
          </a:xfrm>
          <a:custGeom>
            <a:avLst/>
            <a:gdLst/>
            <a:ahLst/>
            <a:cxnLst/>
            <a:rect l="l" t="t" r="r" b="b"/>
            <a:pathLst>
              <a:path w="7081381" h="1536526">
                <a:moveTo>
                  <a:pt x="89072" y="0"/>
                </a:moveTo>
                <a:lnTo>
                  <a:pt x="6992308" y="0"/>
                </a:lnTo>
                <a:cubicBezTo>
                  <a:pt x="7041502" y="0"/>
                  <a:pt x="7081381" y="39879"/>
                  <a:pt x="7081381" y="89072"/>
                </a:cubicBezTo>
                <a:lnTo>
                  <a:pt x="7081381" y="1447454"/>
                </a:lnTo>
                <a:cubicBezTo>
                  <a:pt x="7081381" y="1496647"/>
                  <a:pt x="7041502" y="1536526"/>
                  <a:pt x="6992308" y="1536526"/>
                </a:cubicBezTo>
                <a:lnTo>
                  <a:pt x="89072" y="1536526"/>
                </a:lnTo>
                <a:cubicBezTo>
                  <a:pt x="39879" y="1536526"/>
                  <a:pt x="0" y="1496647"/>
                  <a:pt x="0" y="1447454"/>
                </a:cubicBezTo>
                <a:lnTo>
                  <a:pt x="0" y="89072"/>
                </a:lnTo>
                <a:cubicBezTo>
                  <a:pt x="0" y="39912"/>
                  <a:pt x="39912" y="0"/>
                  <a:pt x="89072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709997" y="3321713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135046" y="106863"/>
                </a:moveTo>
                <a:cubicBezTo>
                  <a:pt x="138726" y="103183"/>
                  <a:pt x="138726" y="97233"/>
                  <a:pt x="135046" y="93593"/>
                </a:cubicBezTo>
                <a:lnTo>
                  <a:pt x="78679" y="37187"/>
                </a:lnTo>
                <a:cubicBezTo>
                  <a:pt x="75978" y="34486"/>
                  <a:pt x="71946" y="33703"/>
                  <a:pt x="68423" y="35151"/>
                </a:cubicBezTo>
                <a:cubicBezTo>
                  <a:pt x="64900" y="36599"/>
                  <a:pt x="62630" y="40044"/>
                  <a:pt x="62630" y="43841"/>
                </a:cubicBezTo>
                <a:lnTo>
                  <a:pt x="62630" y="75156"/>
                </a:lnTo>
                <a:lnTo>
                  <a:pt x="18789" y="75156"/>
                </a:lnTo>
                <a:cubicBezTo>
                  <a:pt x="8416" y="75156"/>
                  <a:pt x="0" y="83572"/>
                  <a:pt x="0" y="93945"/>
                </a:cubicBezTo>
                <a:lnTo>
                  <a:pt x="0" y="106471"/>
                </a:lnTo>
                <a:cubicBezTo>
                  <a:pt x="0" y="116844"/>
                  <a:pt x="8416" y="125260"/>
                  <a:pt x="18789" y="125260"/>
                </a:cubicBezTo>
                <a:lnTo>
                  <a:pt x="62630" y="125260"/>
                </a:lnTo>
                <a:lnTo>
                  <a:pt x="62630" y="156575"/>
                </a:lnTo>
                <a:cubicBezTo>
                  <a:pt x="62630" y="160372"/>
                  <a:pt x="64900" y="163817"/>
                  <a:pt x="68423" y="165265"/>
                </a:cubicBezTo>
                <a:cubicBezTo>
                  <a:pt x="71946" y="166714"/>
                  <a:pt x="75978" y="165931"/>
                  <a:pt x="78679" y="163230"/>
                </a:cubicBezTo>
                <a:lnTo>
                  <a:pt x="135046" y="106863"/>
                </a:lnTo>
                <a:close/>
                <a:moveTo>
                  <a:pt x="137786" y="162838"/>
                </a:moveTo>
                <a:cubicBezTo>
                  <a:pt x="130858" y="162838"/>
                  <a:pt x="125260" y="168436"/>
                  <a:pt x="125260" y="175364"/>
                </a:cubicBezTo>
                <a:cubicBezTo>
                  <a:pt x="125260" y="182293"/>
                  <a:pt x="130858" y="187890"/>
                  <a:pt x="137786" y="187890"/>
                </a:cubicBezTo>
                <a:lnTo>
                  <a:pt x="162838" y="187890"/>
                </a:lnTo>
                <a:cubicBezTo>
                  <a:pt x="183585" y="187890"/>
                  <a:pt x="200416" y="171059"/>
                  <a:pt x="200416" y="150312"/>
                </a:cubicBezTo>
                <a:lnTo>
                  <a:pt x="200416" y="50104"/>
                </a:lnTo>
                <a:cubicBezTo>
                  <a:pt x="200416" y="29358"/>
                  <a:pt x="183585" y="12526"/>
                  <a:pt x="162838" y="12526"/>
                </a:cubicBezTo>
                <a:lnTo>
                  <a:pt x="137786" y="12526"/>
                </a:lnTo>
                <a:cubicBezTo>
                  <a:pt x="130858" y="12526"/>
                  <a:pt x="125260" y="18124"/>
                  <a:pt x="125260" y="25052"/>
                </a:cubicBezTo>
                <a:cubicBezTo>
                  <a:pt x="125260" y="31981"/>
                  <a:pt x="130858" y="37578"/>
                  <a:pt x="137786" y="37578"/>
                </a:cubicBezTo>
                <a:lnTo>
                  <a:pt x="162838" y="37578"/>
                </a:lnTo>
                <a:cubicBezTo>
                  <a:pt x="169767" y="37578"/>
                  <a:pt x="175364" y="43176"/>
                  <a:pt x="175364" y="50104"/>
                </a:cubicBezTo>
                <a:lnTo>
                  <a:pt x="175364" y="150312"/>
                </a:lnTo>
                <a:cubicBezTo>
                  <a:pt x="175364" y="157241"/>
                  <a:pt x="169767" y="162838"/>
                  <a:pt x="162838" y="162838"/>
                </a:cubicBezTo>
                <a:lnTo>
                  <a:pt x="137786" y="162838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066293" y="3266042"/>
            <a:ext cx="1703540" cy="311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5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 Token认证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82161" y="3666875"/>
            <a:ext cx="6814159" cy="289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基于JWT的无状态认证机制，登录成功后返回Token。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682161" y="4045439"/>
            <a:ext cx="6725085" cy="400833"/>
          </a:xfrm>
          <a:custGeom>
            <a:avLst/>
            <a:gdLst/>
            <a:ahLst/>
            <a:cxnLst/>
            <a:rect l="l" t="t" r="r" b="b"/>
            <a:pathLst>
              <a:path w="6725085" h="400833">
                <a:moveTo>
                  <a:pt x="44537" y="0"/>
                </a:moveTo>
                <a:lnTo>
                  <a:pt x="6680548" y="0"/>
                </a:lnTo>
                <a:cubicBezTo>
                  <a:pt x="6705145" y="0"/>
                  <a:pt x="6725085" y="19940"/>
                  <a:pt x="6725085" y="44537"/>
                </a:cubicBezTo>
                <a:lnTo>
                  <a:pt x="6725085" y="356296"/>
                </a:lnTo>
                <a:cubicBezTo>
                  <a:pt x="6725085" y="380893"/>
                  <a:pt x="6705145" y="400833"/>
                  <a:pt x="6680548" y="400833"/>
                </a:cubicBezTo>
                <a:lnTo>
                  <a:pt x="44537" y="400833"/>
                </a:lnTo>
                <a:cubicBezTo>
                  <a:pt x="19940" y="400833"/>
                  <a:pt x="0" y="380893"/>
                  <a:pt x="0" y="356296"/>
                </a:cubicBezTo>
                <a:lnTo>
                  <a:pt x="0" y="44537"/>
                </a:lnTo>
                <a:cubicBezTo>
                  <a:pt x="0" y="19940"/>
                  <a:pt x="19940" y="0"/>
                  <a:pt x="4453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682161" y="4045439"/>
            <a:ext cx="6803025" cy="400833"/>
          </a:xfrm>
          <a:prstGeom prst="rect">
            <a:avLst/>
          </a:prstGeom>
          <a:noFill/>
          <a:ln/>
        </p:spPr>
        <p:txBody>
          <a:bodyPr wrap="square" lIns="89074" tIns="89074" rIns="89074" bIns="89074" rtlCol="0" anchor="ctr"/>
          <a:lstStyle/>
          <a:p>
            <a:pPr>
              <a:lnSpc>
                <a:spcPct val="120000"/>
              </a:lnSpc>
            </a:pPr>
            <a:r>
              <a:rPr lang="en-US" sz="1227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 /auth/login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04013" y="4758031"/>
            <a:ext cx="7081381" cy="1803748"/>
          </a:xfrm>
          <a:custGeom>
            <a:avLst/>
            <a:gdLst/>
            <a:ahLst/>
            <a:cxnLst/>
            <a:rect l="l" t="t" r="r" b="b"/>
            <a:pathLst>
              <a:path w="7081381" h="1803748">
                <a:moveTo>
                  <a:pt x="89069" y="0"/>
                </a:moveTo>
                <a:lnTo>
                  <a:pt x="6992312" y="0"/>
                </a:lnTo>
                <a:cubicBezTo>
                  <a:pt x="7041503" y="0"/>
                  <a:pt x="7081381" y="39878"/>
                  <a:pt x="7081381" y="89069"/>
                </a:cubicBezTo>
                <a:lnTo>
                  <a:pt x="7081381" y="1714679"/>
                </a:lnTo>
                <a:cubicBezTo>
                  <a:pt x="7081381" y="1763870"/>
                  <a:pt x="7041503" y="1803748"/>
                  <a:pt x="6992312" y="1803748"/>
                </a:cubicBezTo>
                <a:lnTo>
                  <a:pt x="89069" y="1803748"/>
                </a:lnTo>
                <a:cubicBezTo>
                  <a:pt x="39878" y="1803748"/>
                  <a:pt x="0" y="1763870"/>
                  <a:pt x="0" y="1714679"/>
                </a:cubicBezTo>
                <a:lnTo>
                  <a:pt x="0" y="89069"/>
                </a:lnTo>
                <a:cubicBezTo>
                  <a:pt x="0" y="39878"/>
                  <a:pt x="39878" y="0"/>
                  <a:pt x="89069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684945" y="4991850"/>
            <a:ext cx="250521" cy="200416"/>
          </a:xfrm>
          <a:custGeom>
            <a:avLst/>
            <a:gdLst/>
            <a:ahLst/>
            <a:cxnLst/>
            <a:rect l="l" t="t" r="r" b="b"/>
            <a:pathLst>
              <a:path w="250521" h="200416">
                <a:moveTo>
                  <a:pt x="125260" y="87682"/>
                </a:moveTo>
                <a:cubicBezTo>
                  <a:pt x="147729" y="87682"/>
                  <a:pt x="165970" y="69441"/>
                  <a:pt x="165970" y="46973"/>
                </a:cubicBezTo>
                <a:cubicBezTo>
                  <a:pt x="165970" y="24504"/>
                  <a:pt x="147729" y="6263"/>
                  <a:pt x="125260" y="6263"/>
                </a:cubicBezTo>
                <a:cubicBezTo>
                  <a:pt x="102792" y="6263"/>
                  <a:pt x="84551" y="24504"/>
                  <a:pt x="84551" y="46973"/>
                </a:cubicBezTo>
                <a:cubicBezTo>
                  <a:pt x="84551" y="69441"/>
                  <a:pt x="102792" y="87682"/>
                  <a:pt x="125260" y="87682"/>
                </a:cubicBezTo>
                <a:close/>
                <a:moveTo>
                  <a:pt x="37578" y="90814"/>
                </a:moveTo>
                <a:cubicBezTo>
                  <a:pt x="53133" y="90814"/>
                  <a:pt x="65762" y="78185"/>
                  <a:pt x="65762" y="62630"/>
                </a:cubicBezTo>
                <a:cubicBezTo>
                  <a:pt x="65762" y="47075"/>
                  <a:pt x="53133" y="34447"/>
                  <a:pt x="37578" y="34447"/>
                </a:cubicBezTo>
                <a:cubicBezTo>
                  <a:pt x="22023" y="34447"/>
                  <a:pt x="9395" y="47075"/>
                  <a:pt x="9395" y="62630"/>
                </a:cubicBezTo>
                <a:cubicBezTo>
                  <a:pt x="9395" y="78185"/>
                  <a:pt x="22023" y="90814"/>
                  <a:pt x="37578" y="90814"/>
                </a:cubicBezTo>
                <a:close/>
                <a:moveTo>
                  <a:pt x="0" y="162838"/>
                </a:moveTo>
                <a:lnTo>
                  <a:pt x="0" y="175364"/>
                </a:lnTo>
                <a:cubicBezTo>
                  <a:pt x="0" y="182293"/>
                  <a:pt x="5598" y="187890"/>
                  <a:pt x="12526" y="187890"/>
                </a:cubicBezTo>
                <a:lnTo>
                  <a:pt x="46464" y="187890"/>
                </a:lnTo>
                <a:cubicBezTo>
                  <a:pt x="44781" y="184054"/>
                  <a:pt x="43841" y="179827"/>
                  <a:pt x="43841" y="175364"/>
                </a:cubicBezTo>
                <a:lnTo>
                  <a:pt x="43841" y="169101"/>
                </a:lnTo>
                <a:cubicBezTo>
                  <a:pt x="43841" y="148277"/>
                  <a:pt x="51670" y="129253"/>
                  <a:pt x="64548" y="114848"/>
                </a:cubicBezTo>
                <a:cubicBezTo>
                  <a:pt x="59968" y="113478"/>
                  <a:pt x="55115" y="112734"/>
                  <a:pt x="50104" y="112734"/>
                </a:cubicBezTo>
                <a:cubicBezTo>
                  <a:pt x="22429" y="112734"/>
                  <a:pt x="0" y="135164"/>
                  <a:pt x="0" y="162838"/>
                </a:cubicBezTo>
                <a:close/>
                <a:moveTo>
                  <a:pt x="241126" y="62630"/>
                </a:moveTo>
                <a:cubicBezTo>
                  <a:pt x="241126" y="47075"/>
                  <a:pt x="228497" y="34447"/>
                  <a:pt x="212942" y="34447"/>
                </a:cubicBezTo>
                <a:cubicBezTo>
                  <a:pt x="197388" y="34447"/>
                  <a:pt x="184759" y="47075"/>
                  <a:pt x="184759" y="62630"/>
                </a:cubicBezTo>
                <a:cubicBezTo>
                  <a:pt x="184759" y="78185"/>
                  <a:pt x="197388" y="90814"/>
                  <a:pt x="212942" y="90814"/>
                </a:cubicBezTo>
                <a:cubicBezTo>
                  <a:pt x="228497" y="90814"/>
                  <a:pt x="241126" y="78185"/>
                  <a:pt x="241126" y="62630"/>
                </a:cubicBezTo>
                <a:close/>
                <a:moveTo>
                  <a:pt x="62630" y="169101"/>
                </a:moveTo>
                <a:lnTo>
                  <a:pt x="62630" y="175364"/>
                </a:lnTo>
                <a:cubicBezTo>
                  <a:pt x="62630" y="182293"/>
                  <a:pt x="68228" y="187890"/>
                  <a:pt x="75156" y="187890"/>
                </a:cubicBezTo>
                <a:lnTo>
                  <a:pt x="136534" y="187890"/>
                </a:lnTo>
                <a:cubicBezTo>
                  <a:pt x="133754" y="179435"/>
                  <a:pt x="134068" y="170511"/>
                  <a:pt x="140722" y="162838"/>
                </a:cubicBezTo>
                <a:cubicBezTo>
                  <a:pt x="135242" y="156497"/>
                  <a:pt x="132698" y="147298"/>
                  <a:pt x="136260" y="138060"/>
                </a:cubicBezTo>
                <a:cubicBezTo>
                  <a:pt x="138843" y="131367"/>
                  <a:pt x="142484" y="125104"/>
                  <a:pt x="146985" y="119545"/>
                </a:cubicBezTo>
                <a:cubicBezTo>
                  <a:pt x="149099" y="116962"/>
                  <a:pt x="151526" y="114965"/>
                  <a:pt x="154148" y="113517"/>
                </a:cubicBezTo>
                <a:cubicBezTo>
                  <a:pt x="145498" y="109016"/>
                  <a:pt x="135673" y="106471"/>
                  <a:pt x="125260" y="106471"/>
                </a:cubicBezTo>
                <a:cubicBezTo>
                  <a:pt x="90657" y="106471"/>
                  <a:pt x="62630" y="134498"/>
                  <a:pt x="62630" y="169101"/>
                </a:cubicBezTo>
                <a:close/>
                <a:moveTo>
                  <a:pt x="244492" y="151839"/>
                </a:moveTo>
                <a:cubicBezTo>
                  <a:pt x="246958" y="150430"/>
                  <a:pt x="248211" y="147494"/>
                  <a:pt x="247154" y="144793"/>
                </a:cubicBezTo>
                <a:cubicBezTo>
                  <a:pt x="245275" y="139939"/>
                  <a:pt x="242653" y="135359"/>
                  <a:pt x="239365" y="131328"/>
                </a:cubicBezTo>
                <a:cubicBezTo>
                  <a:pt x="237564" y="129096"/>
                  <a:pt x="234393" y="128705"/>
                  <a:pt x="231927" y="130153"/>
                </a:cubicBezTo>
                <a:cubicBezTo>
                  <a:pt x="223394" y="135085"/>
                  <a:pt x="212903" y="129057"/>
                  <a:pt x="212903" y="119154"/>
                </a:cubicBezTo>
                <a:cubicBezTo>
                  <a:pt x="212903" y="116296"/>
                  <a:pt x="210985" y="113752"/>
                  <a:pt x="208167" y="113321"/>
                </a:cubicBezTo>
                <a:cubicBezTo>
                  <a:pt x="203117" y="112539"/>
                  <a:pt x="197676" y="112539"/>
                  <a:pt x="192627" y="113321"/>
                </a:cubicBezTo>
                <a:cubicBezTo>
                  <a:pt x="189808" y="113752"/>
                  <a:pt x="187890" y="116296"/>
                  <a:pt x="187890" y="119154"/>
                </a:cubicBezTo>
                <a:cubicBezTo>
                  <a:pt x="187890" y="129018"/>
                  <a:pt x="177400" y="135085"/>
                  <a:pt x="168867" y="130153"/>
                </a:cubicBezTo>
                <a:cubicBezTo>
                  <a:pt x="166400" y="128744"/>
                  <a:pt x="163230" y="129136"/>
                  <a:pt x="161429" y="131328"/>
                </a:cubicBezTo>
                <a:cubicBezTo>
                  <a:pt x="158141" y="135359"/>
                  <a:pt x="155518" y="139939"/>
                  <a:pt x="153640" y="144793"/>
                </a:cubicBezTo>
                <a:cubicBezTo>
                  <a:pt x="152622" y="147455"/>
                  <a:pt x="153835" y="150391"/>
                  <a:pt x="156301" y="151800"/>
                </a:cubicBezTo>
                <a:cubicBezTo>
                  <a:pt x="164874" y="156732"/>
                  <a:pt x="164874" y="168827"/>
                  <a:pt x="156301" y="173799"/>
                </a:cubicBezTo>
                <a:cubicBezTo>
                  <a:pt x="153835" y="175208"/>
                  <a:pt x="152583" y="178144"/>
                  <a:pt x="153640" y="180805"/>
                </a:cubicBezTo>
                <a:cubicBezTo>
                  <a:pt x="155518" y="185659"/>
                  <a:pt x="158141" y="190239"/>
                  <a:pt x="161429" y="194271"/>
                </a:cubicBezTo>
                <a:cubicBezTo>
                  <a:pt x="163230" y="196502"/>
                  <a:pt x="166400" y="196893"/>
                  <a:pt x="168867" y="195445"/>
                </a:cubicBezTo>
                <a:cubicBezTo>
                  <a:pt x="177400" y="190513"/>
                  <a:pt x="187890" y="196580"/>
                  <a:pt x="187890" y="206445"/>
                </a:cubicBezTo>
                <a:cubicBezTo>
                  <a:pt x="187890" y="209302"/>
                  <a:pt x="189808" y="211846"/>
                  <a:pt x="192627" y="212277"/>
                </a:cubicBezTo>
                <a:cubicBezTo>
                  <a:pt x="197676" y="213060"/>
                  <a:pt x="203117" y="213060"/>
                  <a:pt x="208167" y="212277"/>
                </a:cubicBezTo>
                <a:cubicBezTo>
                  <a:pt x="210985" y="211846"/>
                  <a:pt x="212903" y="209302"/>
                  <a:pt x="212903" y="206445"/>
                </a:cubicBezTo>
                <a:cubicBezTo>
                  <a:pt x="212903" y="196580"/>
                  <a:pt x="223394" y="190513"/>
                  <a:pt x="231927" y="195445"/>
                </a:cubicBezTo>
                <a:cubicBezTo>
                  <a:pt x="234393" y="196854"/>
                  <a:pt x="237564" y="196463"/>
                  <a:pt x="239365" y="194271"/>
                </a:cubicBezTo>
                <a:cubicBezTo>
                  <a:pt x="242653" y="190239"/>
                  <a:pt x="245275" y="185659"/>
                  <a:pt x="247154" y="180805"/>
                </a:cubicBezTo>
                <a:cubicBezTo>
                  <a:pt x="248172" y="178144"/>
                  <a:pt x="246958" y="175208"/>
                  <a:pt x="244492" y="173799"/>
                </a:cubicBezTo>
                <a:cubicBezTo>
                  <a:pt x="235920" y="168867"/>
                  <a:pt x="235920" y="156771"/>
                  <a:pt x="244492" y="151800"/>
                </a:cubicBezTo>
                <a:close/>
                <a:moveTo>
                  <a:pt x="184759" y="162838"/>
                </a:moveTo>
                <a:cubicBezTo>
                  <a:pt x="184759" y="154197"/>
                  <a:pt x="191775" y="147181"/>
                  <a:pt x="200416" y="147181"/>
                </a:cubicBezTo>
                <a:cubicBezTo>
                  <a:pt x="209058" y="147181"/>
                  <a:pt x="216074" y="154197"/>
                  <a:pt x="216074" y="162838"/>
                </a:cubicBezTo>
                <a:cubicBezTo>
                  <a:pt x="216074" y="171480"/>
                  <a:pt x="209058" y="178496"/>
                  <a:pt x="200416" y="178496"/>
                </a:cubicBezTo>
                <a:cubicBezTo>
                  <a:pt x="191775" y="178496"/>
                  <a:pt x="184759" y="171480"/>
                  <a:pt x="184759" y="162838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9066293" y="4936179"/>
            <a:ext cx="1447452" cy="311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5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角色权限控制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82161" y="5337012"/>
            <a:ext cx="6814159" cy="289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ADMIN角色可访问全量接口，USER角色限制部分操作。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682161" y="5715576"/>
            <a:ext cx="3318005" cy="668055"/>
          </a:xfrm>
          <a:custGeom>
            <a:avLst/>
            <a:gdLst/>
            <a:ahLst/>
            <a:cxnLst/>
            <a:rect l="l" t="t" r="r" b="b"/>
            <a:pathLst>
              <a:path w="3318005" h="668055">
                <a:moveTo>
                  <a:pt x="44539" y="0"/>
                </a:moveTo>
                <a:lnTo>
                  <a:pt x="3273466" y="0"/>
                </a:lnTo>
                <a:cubicBezTo>
                  <a:pt x="3298065" y="0"/>
                  <a:pt x="3318005" y="19941"/>
                  <a:pt x="3318005" y="44539"/>
                </a:cubicBezTo>
                <a:lnTo>
                  <a:pt x="3318005" y="623516"/>
                </a:lnTo>
                <a:cubicBezTo>
                  <a:pt x="3318005" y="648114"/>
                  <a:pt x="3298065" y="668055"/>
                  <a:pt x="3273466" y="668055"/>
                </a:cubicBezTo>
                <a:lnTo>
                  <a:pt x="44539" y="668055"/>
                </a:lnTo>
                <a:cubicBezTo>
                  <a:pt x="19941" y="668055"/>
                  <a:pt x="0" y="648114"/>
                  <a:pt x="0" y="623516"/>
                </a:cubicBezTo>
                <a:lnTo>
                  <a:pt x="0" y="44539"/>
                </a:lnTo>
                <a:cubicBezTo>
                  <a:pt x="0" y="19957"/>
                  <a:pt x="19957" y="0"/>
                  <a:pt x="44539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771235" y="5804650"/>
            <a:ext cx="3217797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771235" y="6071872"/>
            <a:ext cx="3217797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全量接口访问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2087964" y="5715576"/>
            <a:ext cx="3318005" cy="668055"/>
          </a:xfrm>
          <a:custGeom>
            <a:avLst/>
            <a:gdLst/>
            <a:ahLst/>
            <a:cxnLst/>
            <a:rect l="l" t="t" r="r" b="b"/>
            <a:pathLst>
              <a:path w="3318005" h="668055">
                <a:moveTo>
                  <a:pt x="44539" y="0"/>
                </a:moveTo>
                <a:lnTo>
                  <a:pt x="3273466" y="0"/>
                </a:lnTo>
                <a:cubicBezTo>
                  <a:pt x="3298065" y="0"/>
                  <a:pt x="3318005" y="19941"/>
                  <a:pt x="3318005" y="44539"/>
                </a:cubicBezTo>
                <a:lnTo>
                  <a:pt x="3318005" y="623516"/>
                </a:lnTo>
                <a:cubicBezTo>
                  <a:pt x="3318005" y="648114"/>
                  <a:pt x="3298065" y="668055"/>
                  <a:pt x="3273466" y="668055"/>
                </a:cubicBezTo>
                <a:lnTo>
                  <a:pt x="44539" y="668055"/>
                </a:lnTo>
                <a:cubicBezTo>
                  <a:pt x="19941" y="668055"/>
                  <a:pt x="0" y="648114"/>
                  <a:pt x="0" y="623516"/>
                </a:cubicBezTo>
                <a:lnTo>
                  <a:pt x="0" y="44539"/>
                </a:lnTo>
                <a:cubicBezTo>
                  <a:pt x="0" y="19957"/>
                  <a:pt x="19957" y="0"/>
                  <a:pt x="44539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2177038" y="5804650"/>
            <a:ext cx="3217797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177038" y="6071872"/>
            <a:ext cx="3217797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部分受限操作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04013" y="6695390"/>
            <a:ext cx="7081381" cy="1046619"/>
          </a:xfrm>
          <a:custGeom>
            <a:avLst/>
            <a:gdLst/>
            <a:ahLst/>
            <a:cxnLst/>
            <a:rect l="l" t="t" r="r" b="b"/>
            <a:pathLst>
              <a:path w="7081381" h="1046619">
                <a:moveTo>
                  <a:pt x="89078" y="0"/>
                </a:moveTo>
                <a:lnTo>
                  <a:pt x="6992303" y="0"/>
                </a:lnTo>
                <a:cubicBezTo>
                  <a:pt x="7041499" y="0"/>
                  <a:pt x="7081381" y="39881"/>
                  <a:pt x="7081381" y="89078"/>
                </a:cubicBezTo>
                <a:lnTo>
                  <a:pt x="7081381" y="957541"/>
                </a:lnTo>
                <a:cubicBezTo>
                  <a:pt x="7081381" y="1006738"/>
                  <a:pt x="7041499" y="1046619"/>
                  <a:pt x="6992303" y="1046619"/>
                </a:cubicBezTo>
                <a:lnTo>
                  <a:pt x="89078" y="1046619"/>
                </a:lnTo>
                <a:cubicBezTo>
                  <a:pt x="39881" y="1046619"/>
                  <a:pt x="0" y="1006738"/>
                  <a:pt x="0" y="957541"/>
                </a:cubicBezTo>
                <a:lnTo>
                  <a:pt x="0" y="89078"/>
                </a:lnTo>
                <a:cubicBezTo>
                  <a:pt x="0" y="39914"/>
                  <a:pt x="39914" y="0"/>
                  <a:pt x="89078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684945" y="6929209"/>
            <a:ext cx="250521" cy="200416"/>
          </a:xfrm>
          <a:custGeom>
            <a:avLst/>
            <a:gdLst/>
            <a:ahLst/>
            <a:cxnLst/>
            <a:rect l="l" t="t" r="r" b="b"/>
            <a:pathLst>
              <a:path w="250521" h="200416">
                <a:moveTo>
                  <a:pt x="53236" y="50104"/>
                </a:moveTo>
                <a:cubicBezTo>
                  <a:pt x="53236" y="24179"/>
                  <a:pt x="74283" y="3132"/>
                  <a:pt x="100208" y="3132"/>
                </a:cubicBezTo>
                <a:cubicBezTo>
                  <a:pt x="126133" y="3132"/>
                  <a:pt x="147181" y="24179"/>
                  <a:pt x="147181" y="50104"/>
                </a:cubicBezTo>
                <a:cubicBezTo>
                  <a:pt x="147181" y="76029"/>
                  <a:pt x="126133" y="97077"/>
                  <a:pt x="100208" y="97077"/>
                </a:cubicBezTo>
                <a:cubicBezTo>
                  <a:pt x="74283" y="97077"/>
                  <a:pt x="53236" y="76029"/>
                  <a:pt x="53236" y="50104"/>
                </a:cubicBezTo>
                <a:close/>
                <a:moveTo>
                  <a:pt x="18789" y="188791"/>
                </a:moveTo>
                <a:cubicBezTo>
                  <a:pt x="18789" y="150234"/>
                  <a:pt x="50026" y="118997"/>
                  <a:pt x="88583" y="118997"/>
                </a:cubicBezTo>
                <a:lnTo>
                  <a:pt x="111834" y="118997"/>
                </a:lnTo>
                <a:cubicBezTo>
                  <a:pt x="150391" y="118997"/>
                  <a:pt x="181627" y="150234"/>
                  <a:pt x="181627" y="188791"/>
                </a:cubicBezTo>
                <a:cubicBezTo>
                  <a:pt x="181627" y="195210"/>
                  <a:pt x="176421" y="200416"/>
                  <a:pt x="170002" y="200416"/>
                </a:cubicBezTo>
                <a:lnTo>
                  <a:pt x="30415" y="200416"/>
                </a:lnTo>
                <a:cubicBezTo>
                  <a:pt x="23995" y="200416"/>
                  <a:pt x="18789" y="195210"/>
                  <a:pt x="18789" y="188791"/>
                </a:cubicBezTo>
                <a:close/>
                <a:moveTo>
                  <a:pt x="212942" y="37578"/>
                </a:moveTo>
                <a:cubicBezTo>
                  <a:pt x="218149" y="37578"/>
                  <a:pt x="222337" y="41766"/>
                  <a:pt x="222337" y="46973"/>
                </a:cubicBezTo>
                <a:lnTo>
                  <a:pt x="222337" y="65762"/>
                </a:lnTo>
                <a:lnTo>
                  <a:pt x="241126" y="65762"/>
                </a:lnTo>
                <a:cubicBezTo>
                  <a:pt x="246332" y="65762"/>
                  <a:pt x="250521" y="69950"/>
                  <a:pt x="250521" y="75156"/>
                </a:cubicBezTo>
                <a:cubicBezTo>
                  <a:pt x="250521" y="80362"/>
                  <a:pt x="246332" y="84551"/>
                  <a:pt x="241126" y="84551"/>
                </a:cubicBezTo>
                <a:lnTo>
                  <a:pt x="222337" y="84551"/>
                </a:lnTo>
                <a:lnTo>
                  <a:pt x="222337" y="103340"/>
                </a:lnTo>
                <a:cubicBezTo>
                  <a:pt x="222337" y="108546"/>
                  <a:pt x="218149" y="112734"/>
                  <a:pt x="212942" y="112734"/>
                </a:cubicBezTo>
                <a:cubicBezTo>
                  <a:pt x="207736" y="112734"/>
                  <a:pt x="203548" y="108546"/>
                  <a:pt x="203548" y="103340"/>
                </a:cubicBezTo>
                <a:lnTo>
                  <a:pt x="203548" y="84551"/>
                </a:lnTo>
                <a:lnTo>
                  <a:pt x="184759" y="84551"/>
                </a:lnTo>
                <a:cubicBezTo>
                  <a:pt x="179553" y="84551"/>
                  <a:pt x="175364" y="80362"/>
                  <a:pt x="175364" y="75156"/>
                </a:cubicBezTo>
                <a:cubicBezTo>
                  <a:pt x="175364" y="69950"/>
                  <a:pt x="179553" y="65762"/>
                  <a:pt x="184759" y="65762"/>
                </a:cubicBezTo>
                <a:lnTo>
                  <a:pt x="203548" y="65762"/>
                </a:lnTo>
                <a:lnTo>
                  <a:pt x="203548" y="46973"/>
                </a:lnTo>
                <a:cubicBezTo>
                  <a:pt x="203548" y="41766"/>
                  <a:pt x="207736" y="37578"/>
                  <a:pt x="212942" y="37578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066293" y="6873538"/>
            <a:ext cx="1447452" cy="311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5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用户管理功能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682161" y="7274371"/>
            <a:ext cx="6814159" cy="289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支持用户列表查询、创建新用户，仅管理员可访问。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49081" y="8146553"/>
            <a:ext cx="7578711" cy="541867"/>
          </a:xfrm>
          <a:custGeom>
            <a:avLst/>
            <a:gdLst/>
            <a:ahLst/>
            <a:cxnLst/>
            <a:rect l="l" t="t" r="r" b="b"/>
            <a:pathLst>
              <a:path w="7578711" h="541867">
                <a:moveTo>
                  <a:pt x="89072" y="0"/>
                </a:moveTo>
                <a:lnTo>
                  <a:pt x="7489638" y="0"/>
                </a:lnTo>
                <a:cubicBezTo>
                  <a:pt x="7538832" y="0"/>
                  <a:pt x="7578711" y="39879"/>
                  <a:pt x="7578711" y="89072"/>
                </a:cubicBezTo>
                <a:lnTo>
                  <a:pt x="7578711" y="452795"/>
                </a:lnTo>
                <a:cubicBezTo>
                  <a:pt x="7578711" y="501988"/>
                  <a:pt x="7538832" y="541867"/>
                  <a:pt x="7489638" y="541867"/>
                </a:cubicBezTo>
                <a:lnTo>
                  <a:pt x="89072" y="541867"/>
                </a:lnTo>
                <a:cubicBezTo>
                  <a:pt x="39879" y="541867"/>
                  <a:pt x="0" y="501988"/>
                  <a:pt x="0" y="452795"/>
                </a:cubicBezTo>
                <a:lnTo>
                  <a:pt x="0" y="89072"/>
                </a:lnTo>
                <a:cubicBezTo>
                  <a:pt x="0" y="39879"/>
                  <a:pt x="39879" y="0"/>
                  <a:pt x="89072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8467">
            <a:solidFill>
              <a:srgbClr val="4FD1C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614239" y="8317282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100208" y="200416"/>
                </a:moveTo>
                <a:cubicBezTo>
                  <a:pt x="155515" y="200416"/>
                  <a:pt x="200416" y="155515"/>
                  <a:pt x="200416" y="100208"/>
                </a:cubicBezTo>
                <a:cubicBezTo>
                  <a:pt x="200416" y="44902"/>
                  <a:pt x="155515" y="0"/>
                  <a:pt x="100208" y="0"/>
                </a:cubicBezTo>
                <a:cubicBezTo>
                  <a:pt x="44902" y="0"/>
                  <a:pt x="0" y="44902"/>
                  <a:pt x="0" y="100208"/>
                </a:cubicBezTo>
                <a:cubicBezTo>
                  <a:pt x="0" y="155515"/>
                  <a:pt x="44902" y="200416"/>
                  <a:pt x="100208" y="200416"/>
                </a:cubicBezTo>
                <a:close/>
                <a:moveTo>
                  <a:pt x="87682" y="62630"/>
                </a:moveTo>
                <a:cubicBezTo>
                  <a:pt x="87682" y="55717"/>
                  <a:pt x="93295" y="50104"/>
                  <a:pt x="100208" y="50104"/>
                </a:cubicBezTo>
                <a:cubicBezTo>
                  <a:pt x="107122" y="50104"/>
                  <a:pt x="112734" y="55717"/>
                  <a:pt x="112734" y="62630"/>
                </a:cubicBezTo>
                <a:cubicBezTo>
                  <a:pt x="112734" y="69543"/>
                  <a:pt x="107122" y="75156"/>
                  <a:pt x="100208" y="75156"/>
                </a:cubicBezTo>
                <a:cubicBezTo>
                  <a:pt x="93295" y="75156"/>
                  <a:pt x="87682" y="69543"/>
                  <a:pt x="87682" y="62630"/>
                </a:cubicBezTo>
                <a:close/>
                <a:moveTo>
                  <a:pt x="84551" y="87682"/>
                </a:moveTo>
                <a:lnTo>
                  <a:pt x="103340" y="87682"/>
                </a:lnTo>
                <a:cubicBezTo>
                  <a:pt x="108546" y="87682"/>
                  <a:pt x="112734" y="91871"/>
                  <a:pt x="112734" y="97077"/>
                </a:cubicBezTo>
                <a:lnTo>
                  <a:pt x="112734" y="131523"/>
                </a:lnTo>
                <a:lnTo>
                  <a:pt x="115866" y="131523"/>
                </a:lnTo>
                <a:cubicBezTo>
                  <a:pt x="121072" y="131523"/>
                  <a:pt x="125260" y="135712"/>
                  <a:pt x="125260" y="140918"/>
                </a:cubicBezTo>
                <a:cubicBezTo>
                  <a:pt x="125260" y="146124"/>
                  <a:pt x="121072" y="150312"/>
                  <a:pt x="115866" y="150312"/>
                </a:cubicBezTo>
                <a:lnTo>
                  <a:pt x="84551" y="150312"/>
                </a:lnTo>
                <a:cubicBezTo>
                  <a:pt x="79345" y="150312"/>
                  <a:pt x="75156" y="146124"/>
                  <a:pt x="75156" y="140918"/>
                </a:cubicBezTo>
                <a:cubicBezTo>
                  <a:pt x="75156" y="135712"/>
                  <a:pt x="79345" y="131523"/>
                  <a:pt x="84551" y="131523"/>
                </a:cubicBezTo>
                <a:lnTo>
                  <a:pt x="93945" y="131523"/>
                </a:lnTo>
                <a:lnTo>
                  <a:pt x="93945" y="106471"/>
                </a:lnTo>
                <a:lnTo>
                  <a:pt x="84551" y="106471"/>
                </a:lnTo>
                <a:cubicBezTo>
                  <a:pt x="79345" y="106471"/>
                  <a:pt x="75156" y="102283"/>
                  <a:pt x="75156" y="97077"/>
                </a:cubicBezTo>
                <a:cubicBezTo>
                  <a:pt x="75156" y="91871"/>
                  <a:pt x="79345" y="87682"/>
                  <a:pt x="84551" y="87682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970535" y="8283879"/>
            <a:ext cx="4720921" cy="26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维护窗口作用：</a:t>
            </a:r>
            <a:r>
              <a:rPr lang="en-US" sz="1403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确保维护时段资源不可用，避免分配冲突。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18234" y="8146553"/>
            <a:ext cx="7578711" cy="541867"/>
          </a:xfrm>
          <a:custGeom>
            <a:avLst/>
            <a:gdLst/>
            <a:ahLst/>
            <a:cxnLst/>
            <a:rect l="l" t="t" r="r" b="b"/>
            <a:pathLst>
              <a:path w="7578711" h="541867">
                <a:moveTo>
                  <a:pt x="89072" y="0"/>
                </a:moveTo>
                <a:lnTo>
                  <a:pt x="7489638" y="0"/>
                </a:lnTo>
                <a:cubicBezTo>
                  <a:pt x="7538832" y="0"/>
                  <a:pt x="7578711" y="39879"/>
                  <a:pt x="7578711" y="89072"/>
                </a:cubicBezTo>
                <a:lnTo>
                  <a:pt x="7578711" y="452795"/>
                </a:lnTo>
                <a:cubicBezTo>
                  <a:pt x="7578711" y="501988"/>
                  <a:pt x="7538832" y="541867"/>
                  <a:pt x="7489638" y="541867"/>
                </a:cubicBezTo>
                <a:lnTo>
                  <a:pt x="89072" y="541867"/>
                </a:lnTo>
                <a:cubicBezTo>
                  <a:pt x="39879" y="541867"/>
                  <a:pt x="0" y="501988"/>
                  <a:pt x="0" y="452795"/>
                </a:cubicBezTo>
                <a:lnTo>
                  <a:pt x="0" y="89072"/>
                </a:lnTo>
                <a:cubicBezTo>
                  <a:pt x="0" y="39879"/>
                  <a:pt x="39879" y="0"/>
                  <a:pt x="89072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8467">
            <a:solidFill>
              <a:srgbClr val="4FD1C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8383392" y="8317282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100208" y="200416"/>
                </a:moveTo>
                <a:cubicBezTo>
                  <a:pt x="155515" y="200416"/>
                  <a:pt x="200416" y="155515"/>
                  <a:pt x="200416" y="100208"/>
                </a:cubicBezTo>
                <a:cubicBezTo>
                  <a:pt x="200416" y="44902"/>
                  <a:pt x="155515" y="0"/>
                  <a:pt x="100208" y="0"/>
                </a:cubicBezTo>
                <a:cubicBezTo>
                  <a:pt x="44902" y="0"/>
                  <a:pt x="0" y="44902"/>
                  <a:pt x="0" y="100208"/>
                </a:cubicBezTo>
                <a:cubicBezTo>
                  <a:pt x="0" y="155515"/>
                  <a:pt x="44902" y="200416"/>
                  <a:pt x="100208" y="200416"/>
                </a:cubicBezTo>
                <a:close/>
                <a:moveTo>
                  <a:pt x="87682" y="62630"/>
                </a:moveTo>
                <a:cubicBezTo>
                  <a:pt x="87682" y="55717"/>
                  <a:pt x="93295" y="50104"/>
                  <a:pt x="100208" y="50104"/>
                </a:cubicBezTo>
                <a:cubicBezTo>
                  <a:pt x="107122" y="50104"/>
                  <a:pt x="112734" y="55717"/>
                  <a:pt x="112734" y="62630"/>
                </a:cubicBezTo>
                <a:cubicBezTo>
                  <a:pt x="112734" y="69543"/>
                  <a:pt x="107122" y="75156"/>
                  <a:pt x="100208" y="75156"/>
                </a:cubicBezTo>
                <a:cubicBezTo>
                  <a:pt x="93295" y="75156"/>
                  <a:pt x="87682" y="69543"/>
                  <a:pt x="87682" y="62630"/>
                </a:cubicBezTo>
                <a:close/>
                <a:moveTo>
                  <a:pt x="84551" y="87682"/>
                </a:moveTo>
                <a:lnTo>
                  <a:pt x="103340" y="87682"/>
                </a:lnTo>
                <a:cubicBezTo>
                  <a:pt x="108546" y="87682"/>
                  <a:pt x="112734" y="91871"/>
                  <a:pt x="112734" y="97077"/>
                </a:cubicBezTo>
                <a:lnTo>
                  <a:pt x="112734" y="131523"/>
                </a:lnTo>
                <a:lnTo>
                  <a:pt x="115866" y="131523"/>
                </a:lnTo>
                <a:cubicBezTo>
                  <a:pt x="121072" y="131523"/>
                  <a:pt x="125260" y="135712"/>
                  <a:pt x="125260" y="140918"/>
                </a:cubicBezTo>
                <a:cubicBezTo>
                  <a:pt x="125260" y="146124"/>
                  <a:pt x="121072" y="150312"/>
                  <a:pt x="115866" y="150312"/>
                </a:cubicBezTo>
                <a:lnTo>
                  <a:pt x="84551" y="150312"/>
                </a:lnTo>
                <a:cubicBezTo>
                  <a:pt x="79345" y="150312"/>
                  <a:pt x="75156" y="146124"/>
                  <a:pt x="75156" y="140918"/>
                </a:cubicBezTo>
                <a:cubicBezTo>
                  <a:pt x="75156" y="135712"/>
                  <a:pt x="79345" y="131523"/>
                  <a:pt x="84551" y="131523"/>
                </a:cubicBezTo>
                <a:lnTo>
                  <a:pt x="93945" y="131523"/>
                </a:lnTo>
                <a:lnTo>
                  <a:pt x="93945" y="106471"/>
                </a:lnTo>
                <a:lnTo>
                  <a:pt x="84551" y="106471"/>
                </a:lnTo>
                <a:cubicBezTo>
                  <a:pt x="79345" y="106471"/>
                  <a:pt x="75156" y="102283"/>
                  <a:pt x="75156" y="97077"/>
                </a:cubicBezTo>
                <a:cubicBezTo>
                  <a:pt x="75156" y="91871"/>
                  <a:pt x="79345" y="87682"/>
                  <a:pt x="84551" y="87682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739688" y="8283879"/>
            <a:ext cx="4921337" cy="26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认证机制特点：</a:t>
            </a:r>
            <a:r>
              <a:rPr lang="en-US" sz="1403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基于JWT的无状态认证，支持Bearer Token。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1693333" cy="349250"/>
          </a:xfrm>
          <a:custGeom>
            <a:avLst/>
            <a:gdLst/>
            <a:ahLst/>
            <a:cxnLst/>
            <a:rect l="l" t="t" r="r" b="b"/>
            <a:pathLst>
              <a:path w="1693333" h="349250">
                <a:moveTo>
                  <a:pt x="42333" y="0"/>
                </a:moveTo>
                <a:lnTo>
                  <a:pt x="1651001" y="0"/>
                </a:lnTo>
                <a:cubicBezTo>
                  <a:pt x="1674380" y="0"/>
                  <a:pt x="1693333" y="18953"/>
                  <a:pt x="1693333" y="42333"/>
                </a:cubicBezTo>
                <a:lnTo>
                  <a:pt x="1693333" y="306917"/>
                </a:lnTo>
                <a:cubicBezTo>
                  <a:pt x="1693333" y="330297"/>
                  <a:pt x="1674380" y="349250"/>
                  <a:pt x="1651001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50333" y="479780"/>
            <a:ext cx="1521244" cy="24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0780"/>
            <a:ext cx="156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资源日程视图与冲突检测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453446"/>
            <a:ext cx="15515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系统的核心智能功能 - 可视化调度与智能冲突避免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940280"/>
            <a:ext cx="7598833" cy="6339417"/>
          </a:xfrm>
          <a:custGeom>
            <a:avLst/>
            <a:gdLst/>
            <a:ahLst/>
            <a:cxnLst/>
            <a:rect l="l" t="t" r="r" b="b"/>
            <a:pathLst>
              <a:path w="7598833" h="6339417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6254722"/>
                </a:lnTo>
                <a:cubicBezTo>
                  <a:pt x="7598833" y="6301498"/>
                  <a:pt x="7560914" y="6339417"/>
                  <a:pt x="7514139" y="6339417"/>
                </a:cubicBezTo>
                <a:lnTo>
                  <a:pt x="84695" y="6339417"/>
                </a:lnTo>
                <a:cubicBezTo>
                  <a:pt x="37919" y="6339417"/>
                  <a:pt x="0" y="6301498"/>
                  <a:pt x="0" y="6254722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23333" y="1940280"/>
            <a:ext cx="7598833" cy="42333"/>
          </a:xfrm>
          <a:custGeom>
            <a:avLst/>
            <a:gdLst/>
            <a:ahLst/>
            <a:cxnLst/>
            <a:rect l="l" t="t" r="r" b="b"/>
            <a:pathLst>
              <a:path w="7598833" h="423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35000" y="221544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77875" y="2342446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63500" y="0"/>
                </a:moveTo>
                <a:cubicBezTo>
                  <a:pt x="72281" y="0"/>
                  <a:pt x="79375" y="7094"/>
                  <a:pt x="79375" y="15875"/>
                </a:cubicBezTo>
                <a:lnTo>
                  <a:pt x="79375" y="31750"/>
                </a:lnTo>
                <a:lnTo>
                  <a:pt x="142875" y="31750"/>
                </a:lnTo>
                <a:lnTo>
                  <a:pt x="142875" y="15875"/>
                </a:lnTo>
                <a:cubicBezTo>
                  <a:pt x="142875" y="7094"/>
                  <a:pt x="149969" y="0"/>
                  <a:pt x="158750" y="0"/>
                </a:cubicBezTo>
                <a:cubicBezTo>
                  <a:pt x="167531" y="0"/>
                  <a:pt x="174625" y="7094"/>
                  <a:pt x="174625" y="15875"/>
                </a:cubicBezTo>
                <a:lnTo>
                  <a:pt x="174625" y="31750"/>
                </a:lnTo>
                <a:lnTo>
                  <a:pt x="190500" y="31750"/>
                </a:lnTo>
                <a:cubicBezTo>
                  <a:pt x="208012" y="31750"/>
                  <a:pt x="222250" y="45988"/>
                  <a:pt x="222250" y="63500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63500"/>
                </a:lnTo>
                <a:cubicBezTo>
                  <a:pt x="0" y="45988"/>
                  <a:pt x="14238" y="31750"/>
                  <a:pt x="31750" y="31750"/>
                </a:cubicBezTo>
                <a:lnTo>
                  <a:pt x="47625" y="31750"/>
                </a:lnTo>
                <a:lnTo>
                  <a:pt x="47625" y="15875"/>
                </a:lnTo>
                <a:cubicBezTo>
                  <a:pt x="47625" y="7094"/>
                  <a:pt x="54719" y="0"/>
                  <a:pt x="63500" y="0"/>
                </a:cubicBezTo>
                <a:close/>
                <a:moveTo>
                  <a:pt x="63500" y="127000"/>
                </a:moveTo>
                <a:cubicBezTo>
                  <a:pt x="54719" y="127000"/>
                  <a:pt x="47625" y="134094"/>
                  <a:pt x="47625" y="142875"/>
                </a:cubicBezTo>
                <a:lnTo>
                  <a:pt x="47625" y="174625"/>
                </a:lnTo>
                <a:cubicBezTo>
                  <a:pt x="47625" y="183406"/>
                  <a:pt x="54719" y="190500"/>
                  <a:pt x="63500" y="190500"/>
                </a:cubicBezTo>
                <a:lnTo>
                  <a:pt x="158750" y="190500"/>
                </a:lnTo>
                <a:cubicBezTo>
                  <a:pt x="167531" y="190500"/>
                  <a:pt x="174625" y="183406"/>
                  <a:pt x="174625" y="174625"/>
                </a:cubicBezTo>
                <a:lnTo>
                  <a:pt x="174625" y="142875"/>
                </a:lnTo>
                <a:cubicBezTo>
                  <a:pt x="174625" y="134094"/>
                  <a:pt x="167531" y="127000"/>
                  <a:pt x="158750" y="127000"/>
                </a:cubicBezTo>
                <a:lnTo>
                  <a:pt x="63500" y="12700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70000" y="2173113"/>
            <a:ext cx="197908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资源日程视图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0000" y="2511780"/>
            <a:ext cx="1936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Schedule View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000" y="2935113"/>
            <a:ext cx="7175500" cy="1185333"/>
          </a:xfrm>
          <a:custGeom>
            <a:avLst/>
            <a:gdLst/>
            <a:ahLst/>
            <a:cxnLst/>
            <a:rect l="l" t="t" r="r" b="b"/>
            <a:pathLst>
              <a:path w="7175500" h="1185333">
                <a:moveTo>
                  <a:pt x="84668" y="0"/>
                </a:moveTo>
                <a:lnTo>
                  <a:pt x="7090832" y="0"/>
                </a:lnTo>
                <a:cubicBezTo>
                  <a:pt x="7137593" y="0"/>
                  <a:pt x="7175500" y="37907"/>
                  <a:pt x="7175500" y="84668"/>
                </a:cubicBezTo>
                <a:lnTo>
                  <a:pt x="7175500" y="1100665"/>
                </a:lnTo>
                <a:cubicBezTo>
                  <a:pt x="7175500" y="1147426"/>
                  <a:pt x="7137593" y="1185333"/>
                  <a:pt x="7090832" y="1185333"/>
                </a:cubicBezTo>
                <a:lnTo>
                  <a:pt x="84668" y="1185333"/>
                </a:lnTo>
                <a:cubicBezTo>
                  <a:pt x="37907" y="1185333"/>
                  <a:pt x="0" y="1147426"/>
                  <a:pt x="0" y="1100665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62000" y="3062113"/>
            <a:ext cx="7016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功能概述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3443113"/>
            <a:ext cx="7006167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提供指定时间段内资源占用的可视化展示，帮助管理员快速了解资源使用状态，优化调度决策。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000" y="4247446"/>
            <a:ext cx="7175500" cy="1439333"/>
          </a:xfrm>
          <a:custGeom>
            <a:avLst/>
            <a:gdLst/>
            <a:ahLst/>
            <a:cxnLst/>
            <a:rect l="l" t="t" r="r" b="b"/>
            <a:pathLst>
              <a:path w="7175500" h="1439333">
                <a:moveTo>
                  <a:pt x="84662" y="0"/>
                </a:moveTo>
                <a:lnTo>
                  <a:pt x="7090838" y="0"/>
                </a:lnTo>
                <a:cubicBezTo>
                  <a:pt x="7137596" y="0"/>
                  <a:pt x="7175500" y="37904"/>
                  <a:pt x="7175500" y="84662"/>
                </a:cubicBezTo>
                <a:lnTo>
                  <a:pt x="7175500" y="1354672"/>
                </a:lnTo>
                <a:cubicBezTo>
                  <a:pt x="7175500" y="1401429"/>
                  <a:pt x="7137596" y="1439333"/>
                  <a:pt x="7090838" y="1439333"/>
                </a:cubicBezTo>
                <a:lnTo>
                  <a:pt x="84662" y="1439333"/>
                </a:lnTo>
                <a:cubicBezTo>
                  <a:pt x="37904" y="1439333"/>
                  <a:pt x="0" y="1401429"/>
                  <a:pt x="0" y="1354672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62000" y="4374446"/>
            <a:ext cx="7016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查询参数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3167" y="4787196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45446" y="80624"/>
                </a:moveTo>
                <a:cubicBezTo>
                  <a:pt x="149064" y="77006"/>
                  <a:pt x="149064" y="71132"/>
                  <a:pt x="145446" y="67514"/>
                </a:cubicBezTo>
                <a:lnTo>
                  <a:pt x="99144" y="21212"/>
                </a:lnTo>
                <a:cubicBezTo>
                  <a:pt x="95527" y="17595"/>
                  <a:pt x="89652" y="17595"/>
                  <a:pt x="86035" y="21212"/>
                </a:cubicBezTo>
                <a:cubicBezTo>
                  <a:pt x="82418" y="24829"/>
                  <a:pt x="82418" y="30704"/>
                  <a:pt x="86035" y="34321"/>
                </a:cubicBezTo>
                <a:lnTo>
                  <a:pt x="116537" y="64823"/>
                </a:lnTo>
                <a:lnTo>
                  <a:pt x="9260" y="64823"/>
                </a:lnTo>
                <a:cubicBezTo>
                  <a:pt x="4138" y="64823"/>
                  <a:pt x="0" y="68961"/>
                  <a:pt x="0" y="74083"/>
                </a:cubicBezTo>
                <a:cubicBezTo>
                  <a:pt x="0" y="79206"/>
                  <a:pt x="4138" y="83344"/>
                  <a:pt x="9260" y="83344"/>
                </a:cubicBezTo>
                <a:lnTo>
                  <a:pt x="116537" y="83344"/>
                </a:lnTo>
                <a:lnTo>
                  <a:pt x="86035" y="113845"/>
                </a:lnTo>
                <a:cubicBezTo>
                  <a:pt x="82418" y="117463"/>
                  <a:pt x="82418" y="123337"/>
                  <a:pt x="86035" y="126955"/>
                </a:cubicBezTo>
                <a:cubicBezTo>
                  <a:pt x="89652" y="130572"/>
                  <a:pt x="95527" y="130572"/>
                  <a:pt x="99144" y="126955"/>
                </a:cubicBezTo>
                <a:lnTo>
                  <a:pt x="145446" y="80652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31875" y="4755446"/>
            <a:ext cx="168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startTime:</a:t>
            </a: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查询开始时间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3167" y="5083530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45446" y="80624"/>
                </a:moveTo>
                <a:cubicBezTo>
                  <a:pt x="149064" y="77006"/>
                  <a:pt x="149064" y="71132"/>
                  <a:pt x="145446" y="67514"/>
                </a:cubicBezTo>
                <a:lnTo>
                  <a:pt x="99144" y="21212"/>
                </a:lnTo>
                <a:cubicBezTo>
                  <a:pt x="95527" y="17595"/>
                  <a:pt x="89652" y="17595"/>
                  <a:pt x="86035" y="21212"/>
                </a:cubicBezTo>
                <a:cubicBezTo>
                  <a:pt x="82418" y="24829"/>
                  <a:pt x="82418" y="30704"/>
                  <a:pt x="86035" y="34321"/>
                </a:cubicBezTo>
                <a:lnTo>
                  <a:pt x="116537" y="64823"/>
                </a:lnTo>
                <a:lnTo>
                  <a:pt x="9260" y="64823"/>
                </a:lnTo>
                <a:cubicBezTo>
                  <a:pt x="4138" y="64823"/>
                  <a:pt x="0" y="68961"/>
                  <a:pt x="0" y="74083"/>
                </a:cubicBezTo>
                <a:cubicBezTo>
                  <a:pt x="0" y="79206"/>
                  <a:pt x="4138" y="83344"/>
                  <a:pt x="9260" y="83344"/>
                </a:cubicBezTo>
                <a:lnTo>
                  <a:pt x="116537" y="83344"/>
                </a:lnTo>
                <a:lnTo>
                  <a:pt x="86035" y="113845"/>
                </a:lnTo>
                <a:cubicBezTo>
                  <a:pt x="82418" y="117463"/>
                  <a:pt x="82418" y="123337"/>
                  <a:pt x="86035" y="126955"/>
                </a:cubicBezTo>
                <a:cubicBezTo>
                  <a:pt x="89652" y="130572"/>
                  <a:pt x="95527" y="130572"/>
                  <a:pt x="99144" y="126955"/>
                </a:cubicBezTo>
                <a:lnTo>
                  <a:pt x="145446" y="80652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31875" y="5051780"/>
            <a:ext cx="1640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endTime:</a:t>
            </a: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查询结束时间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3167" y="5379863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45446" y="80624"/>
                </a:moveTo>
                <a:cubicBezTo>
                  <a:pt x="149064" y="77006"/>
                  <a:pt x="149064" y="71132"/>
                  <a:pt x="145446" y="67514"/>
                </a:cubicBezTo>
                <a:lnTo>
                  <a:pt x="99144" y="21212"/>
                </a:lnTo>
                <a:cubicBezTo>
                  <a:pt x="95527" y="17595"/>
                  <a:pt x="89652" y="17595"/>
                  <a:pt x="86035" y="21212"/>
                </a:cubicBezTo>
                <a:cubicBezTo>
                  <a:pt x="82418" y="24829"/>
                  <a:pt x="82418" y="30704"/>
                  <a:pt x="86035" y="34321"/>
                </a:cubicBezTo>
                <a:lnTo>
                  <a:pt x="116537" y="64823"/>
                </a:lnTo>
                <a:lnTo>
                  <a:pt x="9260" y="64823"/>
                </a:lnTo>
                <a:cubicBezTo>
                  <a:pt x="4138" y="64823"/>
                  <a:pt x="0" y="68961"/>
                  <a:pt x="0" y="74083"/>
                </a:cubicBezTo>
                <a:cubicBezTo>
                  <a:pt x="0" y="79206"/>
                  <a:pt x="4138" y="83344"/>
                  <a:pt x="9260" y="83344"/>
                </a:cubicBezTo>
                <a:lnTo>
                  <a:pt x="116537" y="83344"/>
                </a:lnTo>
                <a:lnTo>
                  <a:pt x="86035" y="113845"/>
                </a:lnTo>
                <a:cubicBezTo>
                  <a:pt x="82418" y="117463"/>
                  <a:pt x="82418" y="123337"/>
                  <a:pt x="86035" y="126955"/>
                </a:cubicBezTo>
                <a:cubicBezTo>
                  <a:pt x="89652" y="130572"/>
                  <a:pt x="95527" y="130572"/>
                  <a:pt x="99144" y="126955"/>
                </a:cubicBezTo>
                <a:lnTo>
                  <a:pt x="145446" y="80652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31875" y="5348113"/>
            <a:ext cx="1619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resourceId:</a:t>
            </a: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指定资源ID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000" y="5813780"/>
            <a:ext cx="7175500" cy="2254250"/>
          </a:xfrm>
          <a:custGeom>
            <a:avLst/>
            <a:gdLst/>
            <a:ahLst/>
            <a:cxnLst/>
            <a:rect l="l" t="t" r="r" b="b"/>
            <a:pathLst>
              <a:path w="7175500" h="2254250">
                <a:moveTo>
                  <a:pt x="84670" y="0"/>
                </a:moveTo>
                <a:lnTo>
                  <a:pt x="7090830" y="0"/>
                </a:lnTo>
                <a:cubicBezTo>
                  <a:pt x="7137592" y="0"/>
                  <a:pt x="7175500" y="37908"/>
                  <a:pt x="7175500" y="84670"/>
                </a:cubicBezTo>
                <a:lnTo>
                  <a:pt x="7175500" y="2169580"/>
                </a:lnTo>
                <a:cubicBezTo>
                  <a:pt x="7175500" y="2216342"/>
                  <a:pt x="7137592" y="2254250"/>
                  <a:pt x="7090830" y="2254250"/>
                </a:cubicBezTo>
                <a:lnTo>
                  <a:pt x="84670" y="2254250"/>
                </a:lnTo>
                <a:cubicBezTo>
                  <a:pt x="37908" y="2254250"/>
                  <a:pt x="0" y="2216342"/>
                  <a:pt x="0" y="2169580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62000" y="5940780"/>
            <a:ext cx="7016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返回数据结构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321780"/>
            <a:ext cx="6921500" cy="1619250"/>
          </a:xfrm>
          <a:custGeom>
            <a:avLst/>
            <a:gdLst/>
            <a:ahLst/>
            <a:cxnLst/>
            <a:rect l="l" t="t" r="r" b="b"/>
            <a:pathLst>
              <a:path w="6921500" h="1619250">
                <a:moveTo>
                  <a:pt x="42327" y="0"/>
                </a:moveTo>
                <a:lnTo>
                  <a:pt x="6879173" y="0"/>
                </a:lnTo>
                <a:cubicBezTo>
                  <a:pt x="6902549" y="0"/>
                  <a:pt x="6921500" y="18951"/>
                  <a:pt x="6921500" y="42327"/>
                </a:cubicBezTo>
                <a:lnTo>
                  <a:pt x="6921500" y="1576923"/>
                </a:lnTo>
                <a:cubicBezTo>
                  <a:pt x="6921500" y="1600299"/>
                  <a:pt x="6902549" y="1619250"/>
                  <a:pt x="6879173" y="1619250"/>
                </a:cubicBezTo>
                <a:lnTo>
                  <a:pt x="42327" y="1619250"/>
                </a:lnTo>
                <a:cubicBezTo>
                  <a:pt x="18951" y="1619250"/>
                  <a:pt x="0" y="1600299"/>
                  <a:pt x="0" y="1576923"/>
                </a:cubicBezTo>
                <a:lnTo>
                  <a:pt x="0" y="42327"/>
                </a:lnTo>
                <a:cubicBezTo>
                  <a:pt x="0" y="18951"/>
                  <a:pt x="18951" y="0"/>
                  <a:pt x="4232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62000" y="6321780"/>
            <a:ext cx="6995583" cy="161925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"resourceId": 1,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"projectName": "项目A",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"startTime": "2025-01-01 09:00",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"endTime": "2025-01-01 17:00"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}]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33833" y="1940280"/>
            <a:ext cx="7598833" cy="6339417"/>
          </a:xfrm>
          <a:custGeom>
            <a:avLst/>
            <a:gdLst/>
            <a:ahLst/>
            <a:cxnLst/>
            <a:rect l="l" t="t" r="r" b="b"/>
            <a:pathLst>
              <a:path w="7598833" h="6339417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6254722"/>
                </a:lnTo>
                <a:cubicBezTo>
                  <a:pt x="7598833" y="6301498"/>
                  <a:pt x="7560914" y="6339417"/>
                  <a:pt x="7514139" y="6339417"/>
                </a:cubicBezTo>
                <a:lnTo>
                  <a:pt x="84695" y="6339417"/>
                </a:lnTo>
                <a:cubicBezTo>
                  <a:pt x="37919" y="6339417"/>
                  <a:pt x="0" y="6301498"/>
                  <a:pt x="0" y="6254722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233833" y="1940280"/>
            <a:ext cx="7598833" cy="42333"/>
          </a:xfrm>
          <a:custGeom>
            <a:avLst/>
            <a:gdLst/>
            <a:ahLst/>
            <a:cxnLst/>
            <a:rect l="l" t="t" r="r" b="b"/>
            <a:pathLst>
              <a:path w="7598833" h="423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445500" y="221544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572500" y="234244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080500" y="2173113"/>
            <a:ext cx="165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冲突检测机制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80500" y="2511780"/>
            <a:ext cx="160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Conflict Detection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45500" y="2935113"/>
            <a:ext cx="7175500" cy="2053167"/>
          </a:xfrm>
          <a:custGeom>
            <a:avLst/>
            <a:gdLst/>
            <a:ahLst/>
            <a:cxnLst/>
            <a:rect l="l" t="t" r="r" b="b"/>
            <a:pathLst>
              <a:path w="7175500" h="2053167">
                <a:moveTo>
                  <a:pt x="84673" y="0"/>
                </a:moveTo>
                <a:lnTo>
                  <a:pt x="7090827" y="0"/>
                </a:lnTo>
                <a:cubicBezTo>
                  <a:pt x="7137591" y="0"/>
                  <a:pt x="7175500" y="37909"/>
                  <a:pt x="7175500" y="84673"/>
                </a:cubicBezTo>
                <a:lnTo>
                  <a:pt x="7175500" y="1968494"/>
                </a:lnTo>
                <a:cubicBezTo>
                  <a:pt x="7175500" y="2015257"/>
                  <a:pt x="7137591" y="2053167"/>
                  <a:pt x="7090827" y="2053167"/>
                </a:cubicBezTo>
                <a:lnTo>
                  <a:pt x="84673" y="2053167"/>
                </a:lnTo>
                <a:cubicBezTo>
                  <a:pt x="37909" y="2053167"/>
                  <a:pt x="0" y="2015257"/>
                  <a:pt x="0" y="1968494"/>
                </a:cubicBezTo>
                <a:lnTo>
                  <a:pt x="0" y="84673"/>
                </a:lnTo>
                <a:cubicBezTo>
                  <a:pt x="0" y="37941"/>
                  <a:pt x="37941" y="0"/>
                  <a:pt x="8467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72500" y="3062113"/>
            <a:ext cx="7016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检测算法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72500" y="3443113"/>
            <a:ext cx="70061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基于时间区间重叠判断的冲突检测算法，确保同一时间段内资源不会被重复分配。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72500" y="3802946"/>
            <a:ext cx="6921500" cy="1058333"/>
          </a:xfrm>
          <a:custGeom>
            <a:avLst/>
            <a:gdLst/>
            <a:ahLst/>
            <a:cxnLst/>
            <a:rect l="l" t="t" r="r" b="b"/>
            <a:pathLst>
              <a:path w="6921500" h="1058333">
                <a:moveTo>
                  <a:pt x="42333" y="0"/>
                </a:moveTo>
                <a:lnTo>
                  <a:pt x="6879167" y="0"/>
                </a:lnTo>
                <a:cubicBezTo>
                  <a:pt x="6902547" y="0"/>
                  <a:pt x="6921500" y="18953"/>
                  <a:pt x="6921500" y="42333"/>
                </a:cubicBezTo>
                <a:lnTo>
                  <a:pt x="6921500" y="1016000"/>
                </a:lnTo>
                <a:cubicBezTo>
                  <a:pt x="6921500" y="1039380"/>
                  <a:pt x="6902547" y="1058333"/>
                  <a:pt x="6879167" y="1058333"/>
                </a:cubicBezTo>
                <a:lnTo>
                  <a:pt x="42333" y="1058333"/>
                </a:lnTo>
                <a:cubicBezTo>
                  <a:pt x="18953" y="1058333"/>
                  <a:pt x="0" y="1039380"/>
                  <a:pt x="0" y="1016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657167" y="3894667"/>
            <a:ext cx="702028" cy="197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冲突条件: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57167" y="4141613"/>
            <a:ext cx="68262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newStart &lt; existingEnd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newEnd &gt; existingStart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45500" y="5115280"/>
            <a:ext cx="7175500" cy="2751667"/>
          </a:xfrm>
          <a:custGeom>
            <a:avLst/>
            <a:gdLst/>
            <a:ahLst/>
            <a:cxnLst/>
            <a:rect l="l" t="t" r="r" b="b"/>
            <a:pathLst>
              <a:path w="7175500" h="2751667">
                <a:moveTo>
                  <a:pt x="84669" y="0"/>
                </a:moveTo>
                <a:lnTo>
                  <a:pt x="7090831" y="0"/>
                </a:lnTo>
                <a:cubicBezTo>
                  <a:pt x="7137592" y="0"/>
                  <a:pt x="7175500" y="37908"/>
                  <a:pt x="7175500" y="84669"/>
                </a:cubicBezTo>
                <a:lnTo>
                  <a:pt x="7175500" y="2666998"/>
                </a:lnTo>
                <a:cubicBezTo>
                  <a:pt x="7175500" y="2713759"/>
                  <a:pt x="7137592" y="2751667"/>
                  <a:pt x="7090831" y="2751667"/>
                </a:cubicBezTo>
                <a:lnTo>
                  <a:pt x="84669" y="2751667"/>
                </a:lnTo>
                <a:cubicBezTo>
                  <a:pt x="37908" y="2751667"/>
                  <a:pt x="0" y="2713759"/>
                  <a:pt x="0" y="2666998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572500" y="5242280"/>
            <a:ext cx="7016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实现流程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72500" y="5623280"/>
            <a:ext cx="296333" cy="296333"/>
          </a:xfrm>
          <a:custGeom>
            <a:avLst/>
            <a:gdLst/>
            <a:ahLst/>
            <a:cxnLst/>
            <a:rect l="l" t="t" r="r" b="b"/>
            <a:pathLst>
              <a:path w="296333" h="296333">
                <a:moveTo>
                  <a:pt x="148167" y="0"/>
                </a:moveTo>
                <a:lnTo>
                  <a:pt x="148167" y="0"/>
                </a:lnTo>
                <a:cubicBezTo>
                  <a:pt x="229942" y="0"/>
                  <a:pt x="296333" y="66391"/>
                  <a:pt x="296333" y="148167"/>
                </a:cubicBezTo>
                <a:lnTo>
                  <a:pt x="296333" y="148167"/>
                </a:lnTo>
                <a:cubicBezTo>
                  <a:pt x="296333" y="229942"/>
                  <a:pt x="229942" y="296333"/>
                  <a:pt x="148167" y="296333"/>
                </a:cubicBezTo>
                <a:lnTo>
                  <a:pt x="148167" y="296333"/>
                </a:lnTo>
                <a:cubicBezTo>
                  <a:pt x="66391" y="296333"/>
                  <a:pt x="0" y="229942"/>
                  <a:pt x="0" y="148167"/>
                </a:cubicBezTo>
                <a:lnTo>
                  <a:pt x="0" y="148167"/>
                </a:lnTo>
                <a:cubicBezTo>
                  <a:pt x="0" y="66391"/>
                  <a:pt x="66391" y="0"/>
                  <a:pt x="1481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692445" y="5665613"/>
            <a:ext cx="1270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995833" y="5623280"/>
            <a:ext cx="2307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接收分配请求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995833" y="5877280"/>
            <a:ext cx="2296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包含资源ID、开始时间、结束时间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72500" y="6173613"/>
            <a:ext cx="296333" cy="296333"/>
          </a:xfrm>
          <a:custGeom>
            <a:avLst/>
            <a:gdLst/>
            <a:ahLst/>
            <a:cxnLst/>
            <a:rect l="l" t="t" r="r" b="b"/>
            <a:pathLst>
              <a:path w="296333" h="296333">
                <a:moveTo>
                  <a:pt x="148167" y="0"/>
                </a:moveTo>
                <a:lnTo>
                  <a:pt x="148167" y="0"/>
                </a:lnTo>
                <a:cubicBezTo>
                  <a:pt x="229942" y="0"/>
                  <a:pt x="296333" y="66391"/>
                  <a:pt x="296333" y="148167"/>
                </a:cubicBezTo>
                <a:lnTo>
                  <a:pt x="296333" y="148167"/>
                </a:lnTo>
                <a:cubicBezTo>
                  <a:pt x="296333" y="229942"/>
                  <a:pt x="229942" y="296333"/>
                  <a:pt x="148167" y="296333"/>
                </a:cubicBezTo>
                <a:lnTo>
                  <a:pt x="148167" y="296333"/>
                </a:lnTo>
                <a:cubicBezTo>
                  <a:pt x="66391" y="296333"/>
                  <a:pt x="0" y="229942"/>
                  <a:pt x="0" y="148167"/>
                </a:cubicBezTo>
                <a:lnTo>
                  <a:pt x="0" y="148167"/>
                </a:lnTo>
                <a:cubicBezTo>
                  <a:pt x="0" y="66391"/>
                  <a:pt x="66391" y="0"/>
                  <a:pt x="1481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678333" y="6215946"/>
            <a:ext cx="158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995833" y="6173613"/>
            <a:ext cx="2307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查询现有分配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95833" y="6427613"/>
            <a:ext cx="2296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查询该资源在时间段内的分配记录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572500" y="6723946"/>
            <a:ext cx="296333" cy="296333"/>
          </a:xfrm>
          <a:custGeom>
            <a:avLst/>
            <a:gdLst/>
            <a:ahLst/>
            <a:cxnLst/>
            <a:rect l="l" t="t" r="r" b="b"/>
            <a:pathLst>
              <a:path w="296333" h="296333">
                <a:moveTo>
                  <a:pt x="148167" y="0"/>
                </a:moveTo>
                <a:lnTo>
                  <a:pt x="148167" y="0"/>
                </a:lnTo>
                <a:cubicBezTo>
                  <a:pt x="229942" y="0"/>
                  <a:pt x="296333" y="66391"/>
                  <a:pt x="296333" y="148167"/>
                </a:cubicBezTo>
                <a:lnTo>
                  <a:pt x="296333" y="148167"/>
                </a:lnTo>
                <a:cubicBezTo>
                  <a:pt x="296333" y="229942"/>
                  <a:pt x="229942" y="296333"/>
                  <a:pt x="148167" y="296333"/>
                </a:cubicBezTo>
                <a:lnTo>
                  <a:pt x="148167" y="296333"/>
                </a:lnTo>
                <a:cubicBezTo>
                  <a:pt x="66391" y="296333"/>
                  <a:pt x="0" y="229942"/>
                  <a:pt x="0" y="148167"/>
                </a:cubicBezTo>
                <a:lnTo>
                  <a:pt x="0" y="148167"/>
                </a:lnTo>
                <a:cubicBezTo>
                  <a:pt x="0" y="66391"/>
                  <a:pt x="66391" y="0"/>
                  <a:pt x="1481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678333" y="6766280"/>
            <a:ext cx="158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995833" y="6723946"/>
            <a:ext cx="186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时间重叠判断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995833" y="6977946"/>
            <a:ext cx="1852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应用冲突算法判断时间区间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572500" y="7274280"/>
            <a:ext cx="296333" cy="296333"/>
          </a:xfrm>
          <a:custGeom>
            <a:avLst/>
            <a:gdLst/>
            <a:ahLst/>
            <a:cxnLst/>
            <a:rect l="l" t="t" r="r" b="b"/>
            <a:pathLst>
              <a:path w="296333" h="296333">
                <a:moveTo>
                  <a:pt x="148167" y="0"/>
                </a:moveTo>
                <a:lnTo>
                  <a:pt x="148167" y="0"/>
                </a:lnTo>
                <a:cubicBezTo>
                  <a:pt x="229942" y="0"/>
                  <a:pt x="296333" y="66391"/>
                  <a:pt x="296333" y="148167"/>
                </a:cubicBezTo>
                <a:lnTo>
                  <a:pt x="296333" y="148167"/>
                </a:lnTo>
                <a:cubicBezTo>
                  <a:pt x="296333" y="229942"/>
                  <a:pt x="229942" y="296333"/>
                  <a:pt x="148167" y="296333"/>
                </a:cubicBezTo>
                <a:lnTo>
                  <a:pt x="148167" y="296333"/>
                </a:lnTo>
                <a:cubicBezTo>
                  <a:pt x="66391" y="296333"/>
                  <a:pt x="0" y="229942"/>
                  <a:pt x="0" y="148167"/>
                </a:cubicBezTo>
                <a:lnTo>
                  <a:pt x="0" y="148167"/>
                </a:lnTo>
                <a:cubicBezTo>
                  <a:pt x="0" y="66391"/>
                  <a:pt x="66391" y="0"/>
                  <a:pt x="1481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678333" y="7316613"/>
            <a:ext cx="158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995833" y="7274280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返回检测结果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995833" y="7528280"/>
            <a:ext cx="2148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冲突则提示错误，否则创建分配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6861" y="8447266"/>
            <a:ext cx="15405806" cy="515056"/>
          </a:xfrm>
          <a:custGeom>
            <a:avLst/>
            <a:gdLst/>
            <a:ahLst/>
            <a:cxnLst/>
            <a:rect l="l" t="t" r="r" b="b"/>
            <a:pathLst>
              <a:path w="15405806" h="515056">
                <a:moveTo>
                  <a:pt x="84665" y="0"/>
                </a:moveTo>
                <a:lnTo>
                  <a:pt x="15321141" y="0"/>
                </a:lnTo>
                <a:cubicBezTo>
                  <a:pt x="15367900" y="0"/>
                  <a:pt x="15405806" y="37906"/>
                  <a:pt x="15405806" y="84665"/>
                </a:cubicBezTo>
                <a:lnTo>
                  <a:pt x="15405806" y="430391"/>
                </a:lnTo>
                <a:cubicBezTo>
                  <a:pt x="15405806" y="477150"/>
                  <a:pt x="15367900" y="515056"/>
                  <a:pt x="15321141" y="515056"/>
                </a:cubicBezTo>
                <a:lnTo>
                  <a:pt x="84665" y="515056"/>
                </a:lnTo>
                <a:cubicBezTo>
                  <a:pt x="37906" y="515056"/>
                  <a:pt x="0" y="477150"/>
                  <a:pt x="0" y="430391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8467">
            <a:solidFill>
              <a:srgbClr val="4FD1C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583847" y="8598958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211667"/>
                </a:moveTo>
                <a:cubicBezTo>
                  <a:pt x="164244" y="211667"/>
                  <a:pt x="211667" y="164244"/>
                  <a:pt x="211667" y="105833"/>
                </a:cubicBezTo>
                <a:cubicBezTo>
                  <a:pt x="211667" y="47422"/>
                  <a:pt x="164244" y="0"/>
                  <a:pt x="105833" y="0"/>
                </a:cubicBezTo>
                <a:cubicBezTo>
                  <a:pt x="47422" y="0"/>
                  <a:pt x="0" y="47422"/>
                  <a:pt x="0" y="105833"/>
                </a:cubicBezTo>
                <a:cubicBezTo>
                  <a:pt x="0" y="164244"/>
                  <a:pt x="47422" y="211667"/>
                  <a:pt x="105833" y="211667"/>
                </a:cubicBezTo>
                <a:close/>
                <a:moveTo>
                  <a:pt x="140725" y="87933"/>
                </a:moveTo>
                <a:lnTo>
                  <a:pt x="107652" y="140849"/>
                </a:lnTo>
                <a:cubicBezTo>
                  <a:pt x="105916" y="143619"/>
                  <a:pt x="102939" y="145355"/>
                  <a:pt x="99674" y="145521"/>
                </a:cubicBezTo>
                <a:cubicBezTo>
                  <a:pt x="96408" y="145686"/>
                  <a:pt x="93266" y="144198"/>
                  <a:pt x="91323" y="141552"/>
                </a:cubicBezTo>
                <a:lnTo>
                  <a:pt x="71479" y="115094"/>
                </a:lnTo>
                <a:cubicBezTo>
                  <a:pt x="68172" y="110712"/>
                  <a:pt x="69081" y="104510"/>
                  <a:pt x="73463" y="101203"/>
                </a:cubicBezTo>
                <a:cubicBezTo>
                  <a:pt x="77845" y="97896"/>
                  <a:pt x="84047" y="98805"/>
                  <a:pt x="87354" y="103188"/>
                </a:cubicBezTo>
                <a:lnTo>
                  <a:pt x="98516" y="118070"/>
                </a:lnTo>
                <a:lnTo>
                  <a:pt x="123899" y="77432"/>
                </a:lnTo>
                <a:cubicBezTo>
                  <a:pt x="126793" y="72802"/>
                  <a:pt x="132912" y="71355"/>
                  <a:pt x="137583" y="74290"/>
                </a:cubicBezTo>
                <a:cubicBezTo>
                  <a:pt x="142255" y="77225"/>
                  <a:pt x="143660" y="83302"/>
                  <a:pt x="140725" y="8797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948972" y="8577792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可视化优势：</a:t>
            </a:r>
            <a:r>
              <a:rPr lang="en-US" sz="1333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直观展示资源占用情况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687329" y="8598958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211667"/>
                </a:moveTo>
                <a:cubicBezTo>
                  <a:pt x="164244" y="211667"/>
                  <a:pt x="211667" y="164244"/>
                  <a:pt x="211667" y="105833"/>
                </a:cubicBezTo>
                <a:cubicBezTo>
                  <a:pt x="211667" y="47422"/>
                  <a:pt x="164244" y="0"/>
                  <a:pt x="105833" y="0"/>
                </a:cubicBezTo>
                <a:cubicBezTo>
                  <a:pt x="47422" y="0"/>
                  <a:pt x="0" y="47422"/>
                  <a:pt x="0" y="105833"/>
                </a:cubicBezTo>
                <a:cubicBezTo>
                  <a:pt x="0" y="164244"/>
                  <a:pt x="47422" y="211667"/>
                  <a:pt x="105833" y="211667"/>
                </a:cubicBezTo>
                <a:close/>
                <a:moveTo>
                  <a:pt x="140725" y="87933"/>
                </a:moveTo>
                <a:lnTo>
                  <a:pt x="107652" y="140849"/>
                </a:lnTo>
                <a:cubicBezTo>
                  <a:pt x="105916" y="143619"/>
                  <a:pt x="102939" y="145355"/>
                  <a:pt x="99674" y="145521"/>
                </a:cubicBezTo>
                <a:cubicBezTo>
                  <a:pt x="96408" y="145686"/>
                  <a:pt x="93266" y="144198"/>
                  <a:pt x="91323" y="141552"/>
                </a:cubicBezTo>
                <a:lnTo>
                  <a:pt x="71479" y="115094"/>
                </a:lnTo>
                <a:cubicBezTo>
                  <a:pt x="68172" y="110712"/>
                  <a:pt x="69081" y="104510"/>
                  <a:pt x="73463" y="101203"/>
                </a:cubicBezTo>
                <a:cubicBezTo>
                  <a:pt x="77845" y="97896"/>
                  <a:pt x="84047" y="98805"/>
                  <a:pt x="87354" y="103188"/>
                </a:cubicBezTo>
                <a:lnTo>
                  <a:pt x="98516" y="118070"/>
                </a:lnTo>
                <a:lnTo>
                  <a:pt x="123899" y="77432"/>
                </a:lnTo>
                <a:cubicBezTo>
                  <a:pt x="126793" y="72802"/>
                  <a:pt x="132912" y="71355"/>
                  <a:pt x="137583" y="74290"/>
                </a:cubicBezTo>
                <a:cubicBezTo>
                  <a:pt x="142255" y="77225"/>
                  <a:pt x="143660" y="83302"/>
                  <a:pt x="140725" y="8797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6052454" y="8577792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智能检测：</a:t>
            </a:r>
            <a:r>
              <a:rPr lang="en-US" sz="1333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自动避免重复分配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0790811" y="8598958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211667"/>
                </a:moveTo>
                <a:cubicBezTo>
                  <a:pt x="164244" y="211667"/>
                  <a:pt x="211667" y="164244"/>
                  <a:pt x="211667" y="105833"/>
                </a:cubicBezTo>
                <a:cubicBezTo>
                  <a:pt x="211667" y="47422"/>
                  <a:pt x="164244" y="0"/>
                  <a:pt x="105833" y="0"/>
                </a:cubicBezTo>
                <a:cubicBezTo>
                  <a:pt x="47422" y="0"/>
                  <a:pt x="0" y="47422"/>
                  <a:pt x="0" y="105833"/>
                </a:cubicBezTo>
                <a:cubicBezTo>
                  <a:pt x="0" y="164244"/>
                  <a:pt x="47422" y="211667"/>
                  <a:pt x="105833" y="211667"/>
                </a:cubicBezTo>
                <a:close/>
                <a:moveTo>
                  <a:pt x="140725" y="87933"/>
                </a:moveTo>
                <a:lnTo>
                  <a:pt x="107652" y="140849"/>
                </a:lnTo>
                <a:cubicBezTo>
                  <a:pt x="105916" y="143619"/>
                  <a:pt x="102939" y="145355"/>
                  <a:pt x="99674" y="145521"/>
                </a:cubicBezTo>
                <a:cubicBezTo>
                  <a:pt x="96408" y="145686"/>
                  <a:pt x="93266" y="144198"/>
                  <a:pt x="91323" y="141552"/>
                </a:cubicBezTo>
                <a:lnTo>
                  <a:pt x="71479" y="115094"/>
                </a:lnTo>
                <a:cubicBezTo>
                  <a:pt x="68172" y="110712"/>
                  <a:pt x="69081" y="104510"/>
                  <a:pt x="73463" y="101203"/>
                </a:cubicBezTo>
                <a:cubicBezTo>
                  <a:pt x="77845" y="97896"/>
                  <a:pt x="84047" y="98805"/>
                  <a:pt x="87354" y="103188"/>
                </a:cubicBezTo>
                <a:lnTo>
                  <a:pt x="98516" y="118070"/>
                </a:lnTo>
                <a:lnTo>
                  <a:pt x="123899" y="77432"/>
                </a:lnTo>
                <a:cubicBezTo>
                  <a:pt x="126793" y="72802"/>
                  <a:pt x="132912" y="71355"/>
                  <a:pt x="137583" y="74290"/>
                </a:cubicBezTo>
                <a:cubicBezTo>
                  <a:pt x="142255" y="77225"/>
                  <a:pt x="143660" y="83302"/>
                  <a:pt x="140725" y="8797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11155937" y="8577792"/>
            <a:ext cx="211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事务保障：</a:t>
            </a:r>
            <a:r>
              <a:rPr lang="en-US" sz="1333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确保数据一致性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140" y="441140"/>
            <a:ext cx="1301362" cy="363940"/>
          </a:xfrm>
          <a:custGeom>
            <a:avLst/>
            <a:gdLst/>
            <a:ahLst/>
            <a:cxnLst/>
            <a:rect l="l" t="t" r="r" b="b"/>
            <a:pathLst>
              <a:path w="1301362" h="363940">
                <a:moveTo>
                  <a:pt x="44113" y="0"/>
                </a:moveTo>
                <a:lnTo>
                  <a:pt x="1257249" y="0"/>
                </a:lnTo>
                <a:cubicBezTo>
                  <a:pt x="1281612" y="0"/>
                  <a:pt x="1301362" y="19750"/>
                  <a:pt x="1301362" y="44113"/>
                </a:cubicBezTo>
                <a:lnTo>
                  <a:pt x="1301362" y="319827"/>
                </a:lnTo>
                <a:cubicBezTo>
                  <a:pt x="1301362" y="344190"/>
                  <a:pt x="1281612" y="363940"/>
                  <a:pt x="1257249" y="363940"/>
                </a:cubicBezTo>
                <a:lnTo>
                  <a:pt x="44113" y="363940"/>
                </a:lnTo>
                <a:cubicBezTo>
                  <a:pt x="19750" y="363940"/>
                  <a:pt x="0" y="344190"/>
                  <a:pt x="0" y="319827"/>
                </a:cubicBezTo>
                <a:lnTo>
                  <a:pt x="0" y="44113"/>
                </a:lnTo>
                <a:cubicBezTo>
                  <a:pt x="0" y="19750"/>
                  <a:pt x="19750" y="0"/>
                  <a:pt x="44113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3482" y="499955"/>
            <a:ext cx="1124906" cy="257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kern="0" spc="69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1140" y="896981"/>
            <a:ext cx="15638404" cy="529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168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API接口设计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1140" y="1514576"/>
            <a:ext cx="15484005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遵循RESTful规范的API设计，确保接口的一致性与可维护性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1140" y="1977773"/>
            <a:ext cx="5040022" cy="4301113"/>
          </a:xfrm>
          <a:custGeom>
            <a:avLst/>
            <a:gdLst/>
            <a:ahLst/>
            <a:cxnLst/>
            <a:rect l="l" t="t" r="r" b="b"/>
            <a:pathLst>
              <a:path w="5040022" h="4301113">
                <a:moveTo>
                  <a:pt x="44114" y="0"/>
                </a:moveTo>
                <a:lnTo>
                  <a:pt x="4995908" y="0"/>
                </a:lnTo>
                <a:cubicBezTo>
                  <a:pt x="5020271" y="0"/>
                  <a:pt x="5040022" y="19750"/>
                  <a:pt x="5040022" y="44114"/>
                </a:cubicBezTo>
                <a:lnTo>
                  <a:pt x="5040022" y="4212897"/>
                </a:lnTo>
                <a:cubicBezTo>
                  <a:pt x="5040022" y="4261617"/>
                  <a:pt x="5000526" y="4301113"/>
                  <a:pt x="4951806" y="4301113"/>
                </a:cubicBezTo>
                <a:lnTo>
                  <a:pt x="88216" y="4301113"/>
                </a:lnTo>
                <a:cubicBezTo>
                  <a:pt x="39496" y="4301113"/>
                  <a:pt x="0" y="4261617"/>
                  <a:pt x="0" y="4212897"/>
                </a:cubicBez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1140" y="1977773"/>
            <a:ext cx="5040022" cy="44114"/>
          </a:xfrm>
          <a:custGeom>
            <a:avLst/>
            <a:gdLst/>
            <a:ahLst/>
            <a:cxnLst/>
            <a:rect l="l" t="t" r="r" b="b"/>
            <a:pathLst>
              <a:path w="5040022" h="44114">
                <a:moveTo>
                  <a:pt x="44114" y="0"/>
                </a:moveTo>
                <a:lnTo>
                  <a:pt x="4995908" y="0"/>
                </a:lnTo>
                <a:cubicBezTo>
                  <a:pt x="5020271" y="0"/>
                  <a:pt x="5040022" y="19750"/>
                  <a:pt x="5040022" y="44114"/>
                </a:cubicBezTo>
                <a:lnTo>
                  <a:pt x="5040022" y="44114"/>
                </a:lnTo>
                <a:lnTo>
                  <a:pt x="0" y="44114"/>
                </a:ln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73482" y="2132172"/>
            <a:ext cx="441140" cy="441140"/>
          </a:xfrm>
          <a:custGeom>
            <a:avLst/>
            <a:gdLst/>
            <a:ahLst/>
            <a:cxnLst/>
            <a:rect l="l" t="t" r="r" b="b"/>
            <a:pathLst>
              <a:path w="441140" h="441140">
                <a:moveTo>
                  <a:pt x="88228" y="0"/>
                </a:moveTo>
                <a:lnTo>
                  <a:pt x="352912" y="0"/>
                </a:lnTo>
                <a:cubicBezTo>
                  <a:pt x="401639" y="0"/>
                  <a:pt x="441140" y="39501"/>
                  <a:pt x="441140" y="88228"/>
                </a:cubicBezTo>
                <a:lnTo>
                  <a:pt x="441140" y="352912"/>
                </a:lnTo>
                <a:cubicBezTo>
                  <a:pt x="441140" y="401639"/>
                  <a:pt x="401639" y="441140"/>
                  <a:pt x="352912" y="441140"/>
                </a:cubicBezTo>
                <a:lnTo>
                  <a:pt x="88228" y="441140"/>
                </a:lnTo>
                <a:cubicBezTo>
                  <a:pt x="39501" y="441140"/>
                  <a:pt x="0" y="401639"/>
                  <a:pt x="0" y="352912"/>
                </a:cubicBezTo>
                <a:lnTo>
                  <a:pt x="0" y="88228"/>
                </a:lnTo>
                <a:cubicBezTo>
                  <a:pt x="0" y="39534"/>
                  <a:pt x="39534" y="0"/>
                  <a:pt x="8822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91119" y="2198343"/>
            <a:ext cx="308798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3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2849" y="2198343"/>
            <a:ext cx="992564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资源分配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3482" y="2661540"/>
            <a:ext cx="4775338" cy="661710"/>
          </a:xfrm>
          <a:custGeom>
            <a:avLst/>
            <a:gdLst/>
            <a:ahLst/>
            <a:cxnLst/>
            <a:rect l="l" t="t" r="r" b="b"/>
            <a:pathLst>
              <a:path w="4775338" h="661710">
                <a:moveTo>
                  <a:pt x="44116" y="0"/>
                </a:moveTo>
                <a:lnTo>
                  <a:pt x="4731222" y="0"/>
                </a:lnTo>
                <a:cubicBezTo>
                  <a:pt x="4755586" y="0"/>
                  <a:pt x="4775338" y="19751"/>
                  <a:pt x="4775338" y="44116"/>
                </a:cubicBezTo>
                <a:lnTo>
                  <a:pt x="4775338" y="617593"/>
                </a:lnTo>
                <a:cubicBezTo>
                  <a:pt x="4775338" y="641958"/>
                  <a:pt x="4755586" y="661710"/>
                  <a:pt x="4731222" y="661710"/>
                </a:cubicBezTo>
                <a:lnTo>
                  <a:pt x="44116" y="661710"/>
                </a:lnTo>
                <a:cubicBezTo>
                  <a:pt x="19751" y="661710"/>
                  <a:pt x="0" y="641958"/>
                  <a:pt x="0" y="617593"/>
                </a:cubicBezTo>
                <a:lnTo>
                  <a:pt x="0" y="44116"/>
                </a:lnTo>
                <a:cubicBezTo>
                  <a:pt x="0" y="19751"/>
                  <a:pt x="19751" y="0"/>
                  <a:pt x="4411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61710" y="2749768"/>
            <a:ext cx="430111" cy="264684"/>
          </a:xfrm>
          <a:custGeom>
            <a:avLst/>
            <a:gdLst/>
            <a:ahLst/>
            <a:cxnLst/>
            <a:rect l="l" t="t" r="r" b="b"/>
            <a:pathLst>
              <a:path w="430111" h="264684">
                <a:moveTo>
                  <a:pt x="44115" y="0"/>
                </a:moveTo>
                <a:lnTo>
                  <a:pt x="385996" y="0"/>
                </a:lnTo>
                <a:cubicBezTo>
                  <a:pt x="410360" y="0"/>
                  <a:pt x="430111" y="19751"/>
                  <a:pt x="430111" y="44115"/>
                </a:cubicBezTo>
                <a:lnTo>
                  <a:pt x="430111" y="220569"/>
                </a:lnTo>
                <a:cubicBezTo>
                  <a:pt x="430111" y="244933"/>
                  <a:pt x="410360" y="264684"/>
                  <a:pt x="385996" y="264684"/>
                </a:cubicBezTo>
                <a:lnTo>
                  <a:pt x="44115" y="264684"/>
                </a:lnTo>
                <a:cubicBezTo>
                  <a:pt x="19751" y="264684"/>
                  <a:pt x="0" y="244933"/>
                  <a:pt x="0" y="220569"/>
                </a:cubicBezTo>
                <a:lnTo>
                  <a:pt x="0" y="44115"/>
                </a:lnTo>
                <a:cubicBezTo>
                  <a:pt x="0" y="19767"/>
                  <a:pt x="19767" y="0"/>
                  <a:pt x="44115" y="0"/>
                </a:cubicBez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61710" y="2749768"/>
            <a:ext cx="496282" cy="264684"/>
          </a:xfrm>
          <a:prstGeom prst="rect">
            <a:avLst/>
          </a:prstGeom>
          <a:noFill/>
          <a:ln/>
        </p:spPr>
        <p:txBody>
          <a:bodyPr wrap="square" lIns="88228" tIns="44114" rIns="88228" bIns="44114" rtlCol="0" anchor="ctr"/>
          <a:lstStyle/>
          <a:p>
            <a:pPr>
              <a:lnSpc>
                <a:spcPct val="110000"/>
              </a:lnSpc>
            </a:pPr>
            <a:r>
              <a:rPr lang="en-US" sz="10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3725" y="2771825"/>
            <a:ext cx="1135935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/allocations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1710" y="3058565"/>
            <a:ext cx="4665053" cy="1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查询全部分配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3482" y="3367363"/>
            <a:ext cx="4775338" cy="661710"/>
          </a:xfrm>
          <a:custGeom>
            <a:avLst/>
            <a:gdLst/>
            <a:ahLst/>
            <a:cxnLst/>
            <a:rect l="l" t="t" r="r" b="b"/>
            <a:pathLst>
              <a:path w="4775338" h="661710">
                <a:moveTo>
                  <a:pt x="44116" y="0"/>
                </a:moveTo>
                <a:lnTo>
                  <a:pt x="4731222" y="0"/>
                </a:lnTo>
                <a:cubicBezTo>
                  <a:pt x="4755586" y="0"/>
                  <a:pt x="4775338" y="19751"/>
                  <a:pt x="4775338" y="44116"/>
                </a:cubicBezTo>
                <a:lnTo>
                  <a:pt x="4775338" y="617593"/>
                </a:lnTo>
                <a:cubicBezTo>
                  <a:pt x="4775338" y="641958"/>
                  <a:pt x="4755586" y="661710"/>
                  <a:pt x="4731222" y="661710"/>
                </a:cubicBezTo>
                <a:lnTo>
                  <a:pt x="44116" y="661710"/>
                </a:lnTo>
                <a:cubicBezTo>
                  <a:pt x="19751" y="661710"/>
                  <a:pt x="0" y="641958"/>
                  <a:pt x="0" y="617593"/>
                </a:cubicBezTo>
                <a:lnTo>
                  <a:pt x="0" y="44116"/>
                </a:lnTo>
                <a:cubicBezTo>
                  <a:pt x="0" y="19751"/>
                  <a:pt x="19751" y="0"/>
                  <a:pt x="4411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710" y="3455591"/>
            <a:ext cx="518339" cy="264684"/>
          </a:xfrm>
          <a:custGeom>
            <a:avLst/>
            <a:gdLst/>
            <a:ahLst/>
            <a:cxnLst/>
            <a:rect l="l" t="t" r="r" b="b"/>
            <a:pathLst>
              <a:path w="518339" h="264684">
                <a:moveTo>
                  <a:pt x="44115" y="0"/>
                </a:moveTo>
                <a:lnTo>
                  <a:pt x="474224" y="0"/>
                </a:lnTo>
                <a:cubicBezTo>
                  <a:pt x="498588" y="0"/>
                  <a:pt x="518339" y="19751"/>
                  <a:pt x="518339" y="44115"/>
                </a:cubicBezTo>
                <a:lnTo>
                  <a:pt x="518339" y="220569"/>
                </a:lnTo>
                <a:cubicBezTo>
                  <a:pt x="518339" y="244933"/>
                  <a:pt x="498588" y="264684"/>
                  <a:pt x="474224" y="264684"/>
                </a:cubicBezTo>
                <a:lnTo>
                  <a:pt x="44115" y="264684"/>
                </a:lnTo>
                <a:cubicBezTo>
                  <a:pt x="19751" y="264684"/>
                  <a:pt x="0" y="244933"/>
                  <a:pt x="0" y="220569"/>
                </a:cubicBezTo>
                <a:lnTo>
                  <a:pt x="0" y="44115"/>
                </a:lnTo>
                <a:cubicBezTo>
                  <a:pt x="0" y="19767"/>
                  <a:pt x="19767" y="0"/>
                  <a:pt x="44115" y="0"/>
                </a:cubicBezTo>
                <a:close/>
              </a:path>
            </a:pathLst>
          </a:custGeom>
          <a:solidFill>
            <a:srgbClr val="155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1710" y="3455591"/>
            <a:ext cx="584510" cy="264684"/>
          </a:xfrm>
          <a:prstGeom prst="rect">
            <a:avLst/>
          </a:prstGeom>
          <a:noFill/>
          <a:ln/>
        </p:spPr>
        <p:txBody>
          <a:bodyPr wrap="square" lIns="88228" tIns="44114" rIns="88228" bIns="44114" rtlCol="0" anchor="ctr"/>
          <a:lstStyle/>
          <a:p>
            <a:pPr>
              <a:lnSpc>
                <a:spcPct val="110000"/>
              </a:lnSpc>
            </a:pPr>
            <a:r>
              <a:rPr lang="en-US" sz="10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1953" y="3477648"/>
            <a:ext cx="1135935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/allocations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1710" y="3764389"/>
            <a:ext cx="4665053" cy="1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创建分配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3482" y="4073187"/>
            <a:ext cx="4775338" cy="661710"/>
          </a:xfrm>
          <a:custGeom>
            <a:avLst/>
            <a:gdLst/>
            <a:ahLst/>
            <a:cxnLst/>
            <a:rect l="l" t="t" r="r" b="b"/>
            <a:pathLst>
              <a:path w="4775338" h="661710">
                <a:moveTo>
                  <a:pt x="44116" y="0"/>
                </a:moveTo>
                <a:lnTo>
                  <a:pt x="4731222" y="0"/>
                </a:lnTo>
                <a:cubicBezTo>
                  <a:pt x="4755586" y="0"/>
                  <a:pt x="4775338" y="19751"/>
                  <a:pt x="4775338" y="44116"/>
                </a:cubicBezTo>
                <a:lnTo>
                  <a:pt x="4775338" y="617593"/>
                </a:lnTo>
                <a:cubicBezTo>
                  <a:pt x="4775338" y="641958"/>
                  <a:pt x="4755586" y="661710"/>
                  <a:pt x="4731222" y="661710"/>
                </a:cubicBezTo>
                <a:lnTo>
                  <a:pt x="44116" y="661710"/>
                </a:lnTo>
                <a:cubicBezTo>
                  <a:pt x="19751" y="661710"/>
                  <a:pt x="0" y="641958"/>
                  <a:pt x="0" y="617593"/>
                </a:cubicBezTo>
                <a:lnTo>
                  <a:pt x="0" y="44116"/>
                </a:lnTo>
                <a:cubicBezTo>
                  <a:pt x="0" y="19751"/>
                  <a:pt x="19751" y="0"/>
                  <a:pt x="4411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61710" y="4161415"/>
            <a:ext cx="430111" cy="264684"/>
          </a:xfrm>
          <a:custGeom>
            <a:avLst/>
            <a:gdLst/>
            <a:ahLst/>
            <a:cxnLst/>
            <a:rect l="l" t="t" r="r" b="b"/>
            <a:pathLst>
              <a:path w="430111" h="264684">
                <a:moveTo>
                  <a:pt x="44115" y="0"/>
                </a:moveTo>
                <a:lnTo>
                  <a:pt x="385996" y="0"/>
                </a:lnTo>
                <a:cubicBezTo>
                  <a:pt x="410360" y="0"/>
                  <a:pt x="430111" y="19751"/>
                  <a:pt x="430111" y="44115"/>
                </a:cubicBezTo>
                <a:lnTo>
                  <a:pt x="430111" y="220569"/>
                </a:lnTo>
                <a:cubicBezTo>
                  <a:pt x="430111" y="244933"/>
                  <a:pt x="410360" y="264684"/>
                  <a:pt x="385996" y="264684"/>
                </a:cubicBezTo>
                <a:lnTo>
                  <a:pt x="44115" y="264684"/>
                </a:lnTo>
                <a:cubicBezTo>
                  <a:pt x="19751" y="264684"/>
                  <a:pt x="0" y="244933"/>
                  <a:pt x="0" y="220569"/>
                </a:cubicBezTo>
                <a:lnTo>
                  <a:pt x="0" y="44115"/>
                </a:lnTo>
                <a:cubicBezTo>
                  <a:pt x="0" y="19767"/>
                  <a:pt x="19767" y="0"/>
                  <a:pt x="44115" y="0"/>
                </a:cubicBezTo>
                <a:close/>
              </a:path>
            </a:pathLst>
          </a:custGeom>
          <a:solidFill>
            <a:srgbClr val="D087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61710" y="4161415"/>
            <a:ext cx="496282" cy="264684"/>
          </a:xfrm>
          <a:prstGeom prst="rect">
            <a:avLst/>
          </a:prstGeom>
          <a:noFill/>
          <a:ln/>
        </p:spPr>
        <p:txBody>
          <a:bodyPr wrap="square" lIns="88228" tIns="44114" rIns="88228" bIns="44114" rtlCol="0" anchor="ctr"/>
          <a:lstStyle/>
          <a:p>
            <a:pPr>
              <a:lnSpc>
                <a:spcPct val="110000"/>
              </a:lnSpc>
            </a:pPr>
            <a:r>
              <a:rPr lang="en-US" sz="10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3725" y="4183472"/>
            <a:ext cx="1577075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/allocations/{id}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1710" y="4470213"/>
            <a:ext cx="4665053" cy="1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更新分配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3482" y="4779010"/>
            <a:ext cx="4775338" cy="661710"/>
          </a:xfrm>
          <a:custGeom>
            <a:avLst/>
            <a:gdLst/>
            <a:ahLst/>
            <a:cxnLst/>
            <a:rect l="l" t="t" r="r" b="b"/>
            <a:pathLst>
              <a:path w="4775338" h="661710">
                <a:moveTo>
                  <a:pt x="44116" y="0"/>
                </a:moveTo>
                <a:lnTo>
                  <a:pt x="4731222" y="0"/>
                </a:lnTo>
                <a:cubicBezTo>
                  <a:pt x="4755586" y="0"/>
                  <a:pt x="4775338" y="19751"/>
                  <a:pt x="4775338" y="44116"/>
                </a:cubicBezTo>
                <a:lnTo>
                  <a:pt x="4775338" y="617593"/>
                </a:lnTo>
                <a:cubicBezTo>
                  <a:pt x="4775338" y="641958"/>
                  <a:pt x="4755586" y="661710"/>
                  <a:pt x="4731222" y="661710"/>
                </a:cubicBezTo>
                <a:lnTo>
                  <a:pt x="44116" y="661710"/>
                </a:lnTo>
                <a:cubicBezTo>
                  <a:pt x="19751" y="661710"/>
                  <a:pt x="0" y="641958"/>
                  <a:pt x="0" y="617593"/>
                </a:cubicBezTo>
                <a:lnTo>
                  <a:pt x="0" y="44116"/>
                </a:lnTo>
                <a:cubicBezTo>
                  <a:pt x="0" y="19751"/>
                  <a:pt x="19751" y="0"/>
                  <a:pt x="4411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61710" y="4867238"/>
            <a:ext cx="672738" cy="264684"/>
          </a:xfrm>
          <a:custGeom>
            <a:avLst/>
            <a:gdLst/>
            <a:ahLst/>
            <a:cxnLst/>
            <a:rect l="l" t="t" r="r" b="b"/>
            <a:pathLst>
              <a:path w="672738" h="264684">
                <a:moveTo>
                  <a:pt x="44115" y="0"/>
                </a:moveTo>
                <a:lnTo>
                  <a:pt x="628623" y="0"/>
                </a:lnTo>
                <a:cubicBezTo>
                  <a:pt x="652987" y="0"/>
                  <a:pt x="672738" y="19751"/>
                  <a:pt x="672738" y="44115"/>
                </a:cubicBezTo>
                <a:lnTo>
                  <a:pt x="672738" y="220569"/>
                </a:lnTo>
                <a:cubicBezTo>
                  <a:pt x="672738" y="244933"/>
                  <a:pt x="652987" y="264684"/>
                  <a:pt x="628623" y="264684"/>
                </a:cubicBezTo>
                <a:lnTo>
                  <a:pt x="44115" y="264684"/>
                </a:lnTo>
                <a:cubicBezTo>
                  <a:pt x="19751" y="264684"/>
                  <a:pt x="0" y="244933"/>
                  <a:pt x="0" y="220569"/>
                </a:cubicBezTo>
                <a:lnTo>
                  <a:pt x="0" y="44115"/>
                </a:lnTo>
                <a:cubicBezTo>
                  <a:pt x="0" y="19767"/>
                  <a:pt x="19767" y="0"/>
                  <a:pt x="44115" y="0"/>
                </a:cubicBezTo>
                <a:close/>
              </a:path>
            </a:pathLst>
          </a:custGeom>
          <a:solidFill>
            <a:srgbClr val="E700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61710" y="4867238"/>
            <a:ext cx="738909" cy="264684"/>
          </a:xfrm>
          <a:prstGeom prst="rect">
            <a:avLst/>
          </a:prstGeom>
          <a:noFill/>
          <a:ln/>
        </p:spPr>
        <p:txBody>
          <a:bodyPr wrap="square" lIns="88228" tIns="44114" rIns="88228" bIns="44114" rtlCol="0" anchor="ctr"/>
          <a:lstStyle/>
          <a:p>
            <a:pPr>
              <a:lnSpc>
                <a:spcPct val="110000"/>
              </a:lnSpc>
            </a:pPr>
            <a:r>
              <a:rPr lang="en-US" sz="10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19000" y="4889295"/>
            <a:ext cx="1577075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/allocations/{id}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1710" y="5176036"/>
            <a:ext cx="4665053" cy="1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删除分配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3482" y="5484834"/>
            <a:ext cx="4775338" cy="661710"/>
          </a:xfrm>
          <a:custGeom>
            <a:avLst/>
            <a:gdLst/>
            <a:ahLst/>
            <a:cxnLst/>
            <a:rect l="l" t="t" r="r" b="b"/>
            <a:pathLst>
              <a:path w="4775338" h="661710">
                <a:moveTo>
                  <a:pt x="44116" y="0"/>
                </a:moveTo>
                <a:lnTo>
                  <a:pt x="4731222" y="0"/>
                </a:lnTo>
                <a:cubicBezTo>
                  <a:pt x="4755586" y="0"/>
                  <a:pt x="4775338" y="19751"/>
                  <a:pt x="4775338" y="44116"/>
                </a:cubicBezTo>
                <a:lnTo>
                  <a:pt x="4775338" y="617593"/>
                </a:lnTo>
                <a:cubicBezTo>
                  <a:pt x="4775338" y="641958"/>
                  <a:pt x="4755586" y="661710"/>
                  <a:pt x="4731222" y="661710"/>
                </a:cubicBezTo>
                <a:lnTo>
                  <a:pt x="44116" y="661710"/>
                </a:lnTo>
                <a:cubicBezTo>
                  <a:pt x="19751" y="661710"/>
                  <a:pt x="0" y="641958"/>
                  <a:pt x="0" y="617593"/>
                </a:cubicBezTo>
                <a:lnTo>
                  <a:pt x="0" y="44116"/>
                </a:lnTo>
                <a:cubicBezTo>
                  <a:pt x="0" y="19751"/>
                  <a:pt x="19751" y="0"/>
                  <a:pt x="4411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61710" y="5573062"/>
            <a:ext cx="518339" cy="264684"/>
          </a:xfrm>
          <a:custGeom>
            <a:avLst/>
            <a:gdLst/>
            <a:ahLst/>
            <a:cxnLst/>
            <a:rect l="l" t="t" r="r" b="b"/>
            <a:pathLst>
              <a:path w="518339" h="264684">
                <a:moveTo>
                  <a:pt x="44115" y="0"/>
                </a:moveTo>
                <a:lnTo>
                  <a:pt x="474224" y="0"/>
                </a:lnTo>
                <a:cubicBezTo>
                  <a:pt x="498588" y="0"/>
                  <a:pt x="518339" y="19751"/>
                  <a:pt x="518339" y="44115"/>
                </a:cubicBezTo>
                <a:lnTo>
                  <a:pt x="518339" y="220569"/>
                </a:lnTo>
                <a:cubicBezTo>
                  <a:pt x="518339" y="244933"/>
                  <a:pt x="498588" y="264684"/>
                  <a:pt x="474224" y="264684"/>
                </a:cubicBezTo>
                <a:lnTo>
                  <a:pt x="44115" y="264684"/>
                </a:lnTo>
                <a:cubicBezTo>
                  <a:pt x="19751" y="264684"/>
                  <a:pt x="0" y="244933"/>
                  <a:pt x="0" y="220569"/>
                </a:cubicBezTo>
                <a:lnTo>
                  <a:pt x="0" y="44115"/>
                </a:lnTo>
                <a:cubicBezTo>
                  <a:pt x="0" y="19767"/>
                  <a:pt x="19767" y="0"/>
                  <a:pt x="44115" y="0"/>
                </a:cubicBezTo>
                <a:close/>
              </a:path>
            </a:pathLst>
          </a:custGeom>
          <a:solidFill>
            <a:srgbClr val="9810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61710" y="5573062"/>
            <a:ext cx="584510" cy="264684"/>
          </a:xfrm>
          <a:prstGeom prst="rect">
            <a:avLst/>
          </a:prstGeom>
          <a:noFill/>
          <a:ln/>
        </p:spPr>
        <p:txBody>
          <a:bodyPr wrap="square" lIns="88228" tIns="44114" rIns="88228" bIns="44114" rtlCol="0" anchor="ctr"/>
          <a:lstStyle/>
          <a:p>
            <a:pPr>
              <a:lnSpc>
                <a:spcPct val="110000"/>
              </a:lnSpc>
            </a:pPr>
            <a:r>
              <a:rPr lang="en-US" sz="10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71953" y="5595119"/>
            <a:ext cx="1400619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/check-conflict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1710" y="5881860"/>
            <a:ext cx="4665053" cy="1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冲突检测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08908" y="1977773"/>
            <a:ext cx="5040022" cy="4301113"/>
          </a:xfrm>
          <a:custGeom>
            <a:avLst/>
            <a:gdLst/>
            <a:ahLst/>
            <a:cxnLst/>
            <a:rect l="l" t="t" r="r" b="b"/>
            <a:pathLst>
              <a:path w="5040022" h="4301113">
                <a:moveTo>
                  <a:pt x="44114" y="0"/>
                </a:moveTo>
                <a:lnTo>
                  <a:pt x="4995908" y="0"/>
                </a:lnTo>
                <a:cubicBezTo>
                  <a:pt x="5020271" y="0"/>
                  <a:pt x="5040022" y="19750"/>
                  <a:pt x="5040022" y="44114"/>
                </a:cubicBezTo>
                <a:lnTo>
                  <a:pt x="5040022" y="4212897"/>
                </a:lnTo>
                <a:cubicBezTo>
                  <a:pt x="5040022" y="4261617"/>
                  <a:pt x="5000526" y="4301113"/>
                  <a:pt x="4951806" y="4301113"/>
                </a:cubicBezTo>
                <a:lnTo>
                  <a:pt x="88216" y="4301113"/>
                </a:lnTo>
                <a:cubicBezTo>
                  <a:pt x="39496" y="4301113"/>
                  <a:pt x="0" y="4261617"/>
                  <a:pt x="0" y="4212897"/>
                </a:cubicBez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608908" y="1977773"/>
            <a:ext cx="5040022" cy="44114"/>
          </a:xfrm>
          <a:custGeom>
            <a:avLst/>
            <a:gdLst/>
            <a:ahLst/>
            <a:cxnLst/>
            <a:rect l="l" t="t" r="r" b="b"/>
            <a:pathLst>
              <a:path w="5040022" h="44114">
                <a:moveTo>
                  <a:pt x="44114" y="0"/>
                </a:moveTo>
                <a:lnTo>
                  <a:pt x="4995908" y="0"/>
                </a:lnTo>
                <a:cubicBezTo>
                  <a:pt x="5020271" y="0"/>
                  <a:pt x="5040022" y="19750"/>
                  <a:pt x="5040022" y="44114"/>
                </a:cubicBezTo>
                <a:lnTo>
                  <a:pt x="5040022" y="44114"/>
                </a:lnTo>
                <a:lnTo>
                  <a:pt x="0" y="44114"/>
                </a:ln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5741251" y="2132172"/>
            <a:ext cx="441140" cy="441140"/>
          </a:xfrm>
          <a:custGeom>
            <a:avLst/>
            <a:gdLst/>
            <a:ahLst/>
            <a:cxnLst/>
            <a:rect l="l" t="t" r="r" b="b"/>
            <a:pathLst>
              <a:path w="441140" h="441140">
                <a:moveTo>
                  <a:pt x="88228" y="0"/>
                </a:moveTo>
                <a:lnTo>
                  <a:pt x="352912" y="0"/>
                </a:lnTo>
                <a:cubicBezTo>
                  <a:pt x="401639" y="0"/>
                  <a:pt x="441140" y="39501"/>
                  <a:pt x="441140" y="88228"/>
                </a:cubicBezTo>
                <a:lnTo>
                  <a:pt x="441140" y="352912"/>
                </a:lnTo>
                <a:cubicBezTo>
                  <a:pt x="441140" y="401639"/>
                  <a:pt x="401639" y="441140"/>
                  <a:pt x="352912" y="441140"/>
                </a:cubicBezTo>
                <a:lnTo>
                  <a:pt x="88228" y="441140"/>
                </a:lnTo>
                <a:cubicBezTo>
                  <a:pt x="39501" y="441140"/>
                  <a:pt x="0" y="401639"/>
                  <a:pt x="0" y="352912"/>
                </a:cubicBezTo>
                <a:lnTo>
                  <a:pt x="0" y="88228"/>
                </a:lnTo>
                <a:cubicBezTo>
                  <a:pt x="0" y="39534"/>
                  <a:pt x="39534" y="0"/>
                  <a:pt x="8822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840507" y="2198343"/>
            <a:ext cx="341883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3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70618" y="2198343"/>
            <a:ext cx="992564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41251" y="2661540"/>
            <a:ext cx="4775338" cy="661710"/>
          </a:xfrm>
          <a:custGeom>
            <a:avLst/>
            <a:gdLst/>
            <a:ahLst/>
            <a:cxnLst/>
            <a:rect l="l" t="t" r="r" b="b"/>
            <a:pathLst>
              <a:path w="4775338" h="661710">
                <a:moveTo>
                  <a:pt x="44116" y="0"/>
                </a:moveTo>
                <a:lnTo>
                  <a:pt x="4731222" y="0"/>
                </a:lnTo>
                <a:cubicBezTo>
                  <a:pt x="4755586" y="0"/>
                  <a:pt x="4775338" y="19751"/>
                  <a:pt x="4775338" y="44116"/>
                </a:cubicBezTo>
                <a:lnTo>
                  <a:pt x="4775338" y="617593"/>
                </a:lnTo>
                <a:cubicBezTo>
                  <a:pt x="4775338" y="641958"/>
                  <a:pt x="4755586" y="661710"/>
                  <a:pt x="4731222" y="661710"/>
                </a:cubicBezTo>
                <a:lnTo>
                  <a:pt x="44116" y="661710"/>
                </a:lnTo>
                <a:cubicBezTo>
                  <a:pt x="19751" y="661710"/>
                  <a:pt x="0" y="641958"/>
                  <a:pt x="0" y="617593"/>
                </a:cubicBezTo>
                <a:lnTo>
                  <a:pt x="0" y="44116"/>
                </a:lnTo>
                <a:cubicBezTo>
                  <a:pt x="0" y="19751"/>
                  <a:pt x="19751" y="0"/>
                  <a:pt x="4411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5829479" y="2749768"/>
            <a:ext cx="430111" cy="264684"/>
          </a:xfrm>
          <a:custGeom>
            <a:avLst/>
            <a:gdLst/>
            <a:ahLst/>
            <a:cxnLst/>
            <a:rect l="l" t="t" r="r" b="b"/>
            <a:pathLst>
              <a:path w="430111" h="264684">
                <a:moveTo>
                  <a:pt x="44115" y="0"/>
                </a:moveTo>
                <a:lnTo>
                  <a:pt x="385996" y="0"/>
                </a:lnTo>
                <a:cubicBezTo>
                  <a:pt x="410360" y="0"/>
                  <a:pt x="430111" y="19751"/>
                  <a:pt x="430111" y="44115"/>
                </a:cubicBezTo>
                <a:lnTo>
                  <a:pt x="430111" y="220569"/>
                </a:lnTo>
                <a:cubicBezTo>
                  <a:pt x="430111" y="244933"/>
                  <a:pt x="410360" y="264684"/>
                  <a:pt x="385996" y="264684"/>
                </a:cubicBezTo>
                <a:lnTo>
                  <a:pt x="44115" y="264684"/>
                </a:lnTo>
                <a:cubicBezTo>
                  <a:pt x="19751" y="264684"/>
                  <a:pt x="0" y="244933"/>
                  <a:pt x="0" y="220569"/>
                </a:cubicBezTo>
                <a:lnTo>
                  <a:pt x="0" y="44115"/>
                </a:lnTo>
                <a:cubicBezTo>
                  <a:pt x="0" y="19767"/>
                  <a:pt x="19767" y="0"/>
                  <a:pt x="44115" y="0"/>
                </a:cubicBez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5829479" y="2749768"/>
            <a:ext cx="496282" cy="264684"/>
          </a:xfrm>
          <a:prstGeom prst="rect">
            <a:avLst/>
          </a:prstGeom>
          <a:noFill/>
          <a:ln/>
        </p:spPr>
        <p:txBody>
          <a:bodyPr wrap="square" lIns="88228" tIns="44114" rIns="88228" bIns="44114" rtlCol="0" anchor="ctr"/>
          <a:lstStyle/>
          <a:p>
            <a:pPr>
              <a:lnSpc>
                <a:spcPct val="110000"/>
              </a:lnSpc>
            </a:pPr>
            <a:r>
              <a:rPr lang="en-US" sz="10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51494" y="2771825"/>
            <a:ext cx="959479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/resources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829479" y="3058565"/>
            <a:ext cx="4665053" cy="1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全部资源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41251" y="3367363"/>
            <a:ext cx="4775338" cy="661710"/>
          </a:xfrm>
          <a:custGeom>
            <a:avLst/>
            <a:gdLst/>
            <a:ahLst/>
            <a:cxnLst/>
            <a:rect l="l" t="t" r="r" b="b"/>
            <a:pathLst>
              <a:path w="4775338" h="661710">
                <a:moveTo>
                  <a:pt x="44116" y="0"/>
                </a:moveTo>
                <a:lnTo>
                  <a:pt x="4731222" y="0"/>
                </a:lnTo>
                <a:cubicBezTo>
                  <a:pt x="4755586" y="0"/>
                  <a:pt x="4775338" y="19751"/>
                  <a:pt x="4775338" y="44116"/>
                </a:cubicBezTo>
                <a:lnTo>
                  <a:pt x="4775338" y="617593"/>
                </a:lnTo>
                <a:cubicBezTo>
                  <a:pt x="4775338" y="641958"/>
                  <a:pt x="4755586" y="661710"/>
                  <a:pt x="4731222" y="661710"/>
                </a:cubicBezTo>
                <a:lnTo>
                  <a:pt x="44116" y="661710"/>
                </a:lnTo>
                <a:cubicBezTo>
                  <a:pt x="19751" y="661710"/>
                  <a:pt x="0" y="641958"/>
                  <a:pt x="0" y="617593"/>
                </a:cubicBezTo>
                <a:lnTo>
                  <a:pt x="0" y="44116"/>
                </a:lnTo>
                <a:cubicBezTo>
                  <a:pt x="0" y="19751"/>
                  <a:pt x="19751" y="0"/>
                  <a:pt x="4411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5829479" y="3455591"/>
            <a:ext cx="430111" cy="264684"/>
          </a:xfrm>
          <a:custGeom>
            <a:avLst/>
            <a:gdLst/>
            <a:ahLst/>
            <a:cxnLst/>
            <a:rect l="l" t="t" r="r" b="b"/>
            <a:pathLst>
              <a:path w="430111" h="264684">
                <a:moveTo>
                  <a:pt x="44115" y="0"/>
                </a:moveTo>
                <a:lnTo>
                  <a:pt x="385996" y="0"/>
                </a:lnTo>
                <a:cubicBezTo>
                  <a:pt x="410360" y="0"/>
                  <a:pt x="430111" y="19751"/>
                  <a:pt x="430111" y="44115"/>
                </a:cubicBezTo>
                <a:lnTo>
                  <a:pt x="430111" y="220569"/>
                </a:lnTo>
                <a:cubicBezTo>
                  <a:pt x="430111" y="244933"/>
                  <a:pt x="410360" y="264684"/>
                  <a:pt x="385996" y="264684"/>
                </a:cubicBezTo>
                <a:lnTo>
                  <a:pt x="44115" y="264684"/>
                </a:lnTo>
                <a:cubicBezTo>
                  <a:pt x="19751" y="264684"/>
                  <a:pt x="0" y="244933"/>
                  <a:pt x="0" y="220569"/>
                </a:cubicBezTo>
                <a:lnTo>
                  <a:pt x="0" y="44115"/>
                </a:lnTo>
                <a:cubicBezTo>
                  <a:pt x="0" y="19767"/>
                  <a:pt x="19767" y="0"/>
                  <a:pt x="44115" y="0"/>
                </a:cubicBez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5829479" y="3455591"/>
            <a:ext cx="496282" cy="264684"/>
          </a:xfrm>
          <a:prstGeom prst="rect">
            <a:avLst/>
          </a:prstGeom>
          <a:noFill/>
          <a:ln/>
        </p:spPr>
        <p:txBody>
          <a:bodyPr wrap="square" lIns="88228" tIns="44114" rIns="88228" bIns="44114" rtlCol="0" anchor="ctr"/>
          <a:lstStyle/>
          <a:p>
            <a:pPr>
              <a:lnSpc>
                <a:spcPct val="110000"/>
              </a:lnSpc>
            </a:pPr>
            <a:r>
              <a:rPr lang="en-US" sz="10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51494" y="3477648"/>
            <a:ext cx="1400619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/resources/{id}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829479" y="3764389"/>
            <a:ext cx="4665053" cy="1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按ID查询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741251" y="4073187"/>
            <a:ext cx="4775338" cy="661710"/>
          </a:xfrm>
          <a:custGeom>
            <a:avLst/>
            <a:gdLst/>
            <a:ahLst/>
            <a:cxnLst/>
            <a:rect l="l" t="t" r="r" b="b"/>
            <a:pathLst>
              <a:path w="4775338" h="661710">
                <a:moveTo>
                  <a:pt x="44116" y="0"/>
                </a:moveTo>
                <a:lnTo>
                  <a:pt x="4731222" y="0"/>
                </a:lnTo>
                <a:cubicBezTo>
                  <a:pt x="4755586" y="0"/>
                  <a:pt x="4775338" y="19751"/>
                  <a:pt x="4775338" y="44116"/>
                </a:cubicBezTo>
                <a:lnTo>
                  <a:pt x="4775338" y="617593"/>
                </a:lnTo>
                <a:cubicBezTo>
                  <a:pt x="4775338" y="641958"/>
                  <a:pt x="4755586" y="661710"/>
                  <a:pt x="4731222" y="661710"/>
                </a:cubicBezTo>
                <a:lnTo>
                  <a:pt x="44116" y="661710"/>
                </a:lnTo>
                <a:cubicBezTo>
                  <a:pt x="19751" y="661710"/>
                  <a:pt x="0" y="641958"/>
                  <a:pt x="0" y="617593"/>
                </a:cubicBezTo>
                <a:lnTo>
                  <a:pt x="0" y="44116"/>
                </a:lnTo>
                <a:cubicBezTo>
                  <a:pt x="0" y="19751"/>
                  <a:pt x="19751" y="0"/>
                  <a:pt x="4411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829479" y="4161415"/>
            <a:ext cx="518339" cy="264684"/>
          </a:xfrm>
          <a:custGeom>
            <a:avLst/>
            <a:gdLst/>
            <a:ahLst/>
            <a:cxnLst/>
            <a:rect l="l" t="t" r="r" b="b"/>
            <a:pathLst>
              <a:path w="518339" h="264684">
                <a:moveTo>
                  <a:pt x="44115" y="0"/>
                </a:moveTo>
                <a:lnTo>
                  <a:pt x="474224" y="0"/>
                </a:lnTo>
                <a:cubicBezTo>
                  <a:pt x="498588" y="0"/>
                  <a:pt x="518339" y="19751"/>
                  <a:pt x="518339" y="44115"/>
                </a:cubicBezTo>
                <a:lnTo>
                  <a:pt x="518339" y="220569"/>
                </a:lnTo>
                <a:cubicBezTo>
                  <a:pt x="518339" y="244933"/>
                  <a:pt x="498588" y="264684"/>
                  <a:pt x="474224" y="264684"/>
                </a:cubicBezTo>
                <a:lnTo>
                  <a:pt x="44115" y="264684"/>
                </a:lnTo>
                <a:cubicBezTo>
                  <a:pt x="19751" y="264684"/>
                  <a:pt x="0" y="244933"/>
                  <a:pt x="0" y="220569"/>
                </a:cubicBezTo>
                <a:lnTo>
                  <a:pt x="0" y="44115"/>
                </a:lnTo>
                <a:cubicBezTo>
                  <a:pt x="0" y="19767"/>
                  <a:pt x="19767" y="0"/>
                  <a:pt x="44115" y="0"/>
                </a:cubicBezTo>
                <a:close/>
              </a:path>
            </a:pathLst>
          </a:custGeom>
          <a:solidFill>
            <a:srgbClr val="155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5829479" y="4161415"/>
            <a:ext cx="584510" cy="264684"/>
          </a:xfrm>
          <a:prstGeom prst="rect">
            <a:avLst/>
          </a:prstGeom>
          <a:noFill/>
          <a:ln/>
        </p:spPr>
        <p:txBody>
          <a:bodyPr wrap="square" lIns="88228" tIns="44114" rIns="88228" bIns="44114" rtlCol="0" anchor="ctr"/>
          <a:lstStyle/>
          <a:p>
            <a:pPr>
              <a:lnSpc>
                <a:spcPct val="110000"/>
              </a:lnSpc>
            </a:pPr>
            <a:r>
              <a:rPr lang="en-US" sz="10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39722" y="4183472"/>
            <a:ext cx="959479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/resources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829479" y="4470213"/>
            <a:ext cx="4665053" cy="1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创建资源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741251" y="4779010"/>
            <a:ext cx="4775338" cy="661710"/>
          </a:xfrm>
          <a:custGeom>
            <a:avLst/>
            <a:gdLst/>
            <a:ahLst/>
            <a:cxnLst/>
            <a:rect l="l" t="t" r="r" b="b"/>
            <a:pathLst>
              <a:path w="4775338" h="661710">
                <a:moveTo>
                  <a:pt x="44116" y="0"/>
                </a:moveTo>
                <a:lnTo>
                  <a:pt x="4731222" y="0"/>
                </a:lnTo>
                <a:cubicBezTo>
                  <a:pt x="4755586" y="0"/>
                  <a:pt x="4775338" y="19751"/>
                  <a:pt x="4775338" y="44116"/>
                </a:cubicBezTo>
                <a:lnTo>
                  <a:pt x="4775338" y="617593"/>
                </a:lnTo>
                <a:cubicBezTo>
                  <a:pt x="4775338" y="641958"/>
                  <a:pt x="4755586" y="661710"/>
                  <a:pt x="4731222" y="661710"/>
                </a:cubicBezTo>
                <a:lnTo>
                  <a:pt x="44116" y="661710"/>
                </a:lnTo>
                <a:cubicBezTo>
                  <a:pt x="19751" y="661710"/>
                  <a:pt x="0" y="641958"/>
                  <a:pt x="0" y="617593"/>
                </a:cubicBezTo>
                <a:lnTo>
                  <a:pt x="0" y="44116"/>
                </a:lnTo>
                <a:cubicBezTo>
                  <a:pt x="0" y="19751"/>
                  <a:pt x="19751" y="0"/>
                  <a:pt x="4411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5829479" y="4867238"/>
            <a:ext cx="430111" cy="264684"/>
          </a:xfrm>
          <a:custGeom>
            <a:avLst/>
            <a:gdLst/>
            <a:ahLst/>
            <a:cxnLst/>
            <a:rect l="l" t="t" r="r" b="b"/>
            <a:pathLst>
              <a:path w="430111" h="264684">
                <a:moveTo>
                  <a:pt x="44115" y="0"/>
                </a:moveTo>
                <a:lnTo>
                  <a:pt x="385996" y="0"/>
                </a:lnTo>
                <a:cubicBezTo>
                  <a:pt x="410360" y="0"/>
                  <a:pt x="430111" y="19751"/>
                  <a:pt x="430111" y="44115"/>
                </a:cubicBezTo>
                <a:lnTo>
                  <a:pt x="430111" y="220569"/>
                </a:lnTo>
                <a:cubicBezTo>
                  <a:pt x="430111" y="244933"/>
                  <a:pt x="410360" y="264684"/>
                  <a:pt x="385996" y="264684"/>
                </a:cubicBezTo>
                <a:lnTo>
                  <a:pt x="44115" y="264684"/>
                </a:lnTo>
                <a:cubicBezTo>
                  <a:pt x="19751" y="264684"/>
                  <a:pt x="0" y="244933"/>
                  <a:pt x="0" y="220569"/>
                </a:cubicBezTo>
                <a:lnTo>
                  <a:pt x="0" y="44115"/>
                </a:lnTo>
                <a:cubicBezTo>
                  <a:pt x="0" y="19767"/>
                  <a:pt x="19767" y="0"/>
                  <a:pt x="44115" y="0"/>
                </a:cubicBezTo>
                <a:close/>
              </a:path>
            </a:pathLst>
          </a:custGeom>
          <a:solidFill>
            <a:srgbClr val="D087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5829479" y="4867238"/>
            <a:ext cx="496282" cy="264684"/>
          </a:xfrm>
          <a:prstGeom prst="rect">
            <a:avLst/>
          </a:prstGeom>
          <a:noFill/>
          <a:ln/>
        </p:spPr>
        <p:txBody>
          <a:bodyPr wrap="square" lIns="88228" tIns="44114" rIns="88228" bIns="44114" rtlCol="0" anchor="ctr"/>
          <a:lstStyle/>
          <a:p>
            <a:pPr>
              <a:lnSpc>
                <a:spcPct val="110000"/>
              </a:lnSpc>
            </a:pPr>
            <a:r>
              <a:rPr lang="en-US" sz="10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51494" y="4889295"/>
            <a:ext cx="1400619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/resources/{id}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829479" y="5176036"/>
            <a:ext cx="4665053" cy="1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更新资源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741251" y="5484834"/>
            <a:ext cx="4775338" cy="661710"/>
          </a:xfrm>
          <a:custGeom>
            <a:avLst/>
            <a:gdLst/>
            <a:ahLst/>
            <a:cxnLst/>
            <a:rect l="l" t="t" r="r" b="b"/>
            <a:pathLst>
              <a:path w="4775338" h="661710">
                <a:moveTo>
                  <a:pt x="44116" y="0"/>
                </a:moveTo>
                <a:lnTo>
                  <a:pt x="4731222" y="0"/>
                </a:lnTo>
                <a:cubicBezTo>
                  <a:pt x="4755586" y="0"/>
                  <a:pt x="4775338" y="19751"/>
                  <a:pt x="4775338" y="44116"/>
                </a:cubicBezTo>
                <a:lnTo>
                  <a:pt x="4775338" y="617593"/>
                </a:lnTo>
                <a:cubicBezTo>
                  <a:pt x="4775338" y="641958"/>
                  <a:pt x="4755586" y="661710"/>
                  <a:pt x="4731222" y="661710"/>
                </a:cubicBezTo>
                <a:lnTo>
                  <a:pt x="44116" y="661710"/>
                </a:lnTo>
                <a:cubicBezTo>
                  <a:pt x="19751" y="661710"/>
                  <a:pt x="0" y="641958"/>
                  <a:pt x="0" y="617593"/>
                </a:cubicBezTo>
                <a:lnTo>
                  <a:pt x="0" y="44116"/>
                </a:lnTo>
                <a:cubicBezTo>
                  <a:pt x="0" y="19751"/>
                  <a:pt x="19751" y="0"/>
                  <a:pt x="4411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5829479" y="5573062"/>
            <a:ext cx="430111" cy="264684"/>
          </a:xfrm>
          <a:custGeom>
            <a:avLst/>
            <a:gdLst/>
            <a:ahLst/>
            <a:cxnLst/>
            <a:rect l="l" t="t" r="r" b="b"/>
            <a:pathLst>
              <a:path w="430111" h="264684">
                <a:moveTo>
                  <a:pt x="44115" y="0"/>
                </a:moveTo>
                <a:lnTo>
                  <a:pt x="385996" y="0"/>
                </a:lnTo>
                <a:cubicBezTo>
                  <a:pt x="410360" y="0"/>
                  <a:pt x="430111" y="19751"/>
                  <a:pt x="430111" y="44115"/>
                </a:cubicBezTo>
                <a:lnTo>
                  <a:pt x="430111" y="220569"/>
                </a:lnTo>
                <a:cubicBezTo>
                  <a:pt x="430111" y="244933"/>
                  <a:pt x="410360" y="264684"/>
                  <a:pt x="385996" y="264684"/>
                </a:cubicBezTo>
                <a:lnTo>
                  <a:pt x="44115" y="264684"/>
                </a:lnTo>
                <a:cubicBezTo>
                  <a:pt x="19751" y="264684"/>
                  <a:pt x="0" y="244933"/>
                  <a:pt x="0" y="220569"/>
                </a:cubicBezTo>
                <a:lnTo>
                  <a:pt x="0" y="44115"/>
                </a:lnTo>
                <a:cubicBezTo>
                  <a:pt x="0" y="19767"/>
                  <a:pt x="19767" y="0"/>
                  <a:pt x="44115" y="0"/>
                </a:cubicBez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5829479" y="5573062"/>
            <a:ext cx="496282" cy="264684"/>
          </a:xfrm>
          <a:prstGeom prst="rect">
            <a:avLst/>
          </a:prstGeom>
          <a:noFill/>
          <a:ln/>
        </p:spPr>
        <p:txBody>
          <a:bodyPr wrap="square" lIns="88228" tIns="44114" rIns="88228" bIns="44114" rtlCol="0" anchor="ctr"/>
          <a:lstStyle/>
          <a:p>
            <a:pPr>
              <a:lnSpc>
                <a:spcPct val="110000"/>
              </a:lnSpc>
            </a:pPr>
            <a:r>
              <a:rPr lang="en-US" sz="10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51494" y="5595119"/>
            <a:ext cx="1312391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/{id}/schedule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829479" y="5881860"/>
            <a:ext cx="4665053" cy="1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日程视图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0776792" y="1977773"/>
            <a:ext cx="5040022" cy="4301113"/>
          </a:xfrm>
          <a:custGeom>
            <a:avLst/>
            <a:gdLst/>
            <a:ahLst/>
            <a:cxnLst/>
            <a:rect l="l" t="t" r="r" b="b"/>
            <a:pathLst>
              <a:path w="5040022" h="4301113">
                <a:moveTo>
                  <a:pt x="44114" y="0"/>
                </a:moveTo>
                <a:lnTo>
                  <a:pt x="4995908" y="0"/>
                </a:lnTo>
                <a:cubicBezTo>
                  <a:pt x="5020271" y="0"/>
                  <a:pt x="5040022" y="19750"/>
                  <a:pt x="5040022" y="44114"/>
                </a:cubicBezTo>
                <a:lnTo>
                  <a:pt x="5040022" y="4212897"/>
                </a:lnTo>
                <a:cubicBezTo>
                  <a:pt x="5040022" y="4261617"/>
                  <a:pt x="5000526" y="4301113"/>
                  <a:pt x="4951806" y="4301113"/>
                </a:cubicBezTo>
                <a:lnTo>
                  <a:pt x="88216" y="4301113"/>
                </a:lnTo>
                <a:cubicBezTo>
                  <a:pt x="39496" y="4301113"/>
                  <a:pt x="0" y="4261617"/>
                  <a:pt x="0" y="4212897"/>
                </a:cubicBez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10776792" y="1977773"/>
            <a:ext cx="5040022" cy="44114"/>
          </a:xfrm>
          <a:custGeom>
            <a:avLst/>
            <a:gdLst/>
            <a:ahLst/>
            <a:cxnLst/>
            <a:rect l="l" t="t" r="r" b="b"/>
            <a:pathLst>
              <a:path w="5040022" h="44114">
                <a:moveTo>
                  <a:pt x="44114" y="0"/>
                </a:moveTo>
                <a:lnTo>
                  <a:pt x="4995908" y="0"/>
                </a:lnTo>
                <a:cubicBezTo>
                  <a:pt x="5020271" y="0"/>
                  <a:pt x="5040022" y="19750"/>
                  <a:pt x="5040022" y="44114"/>
                </a:cubicBezTo>
                <a:lnTo>
                  <a:pt x="5040022" y="44114"/>
                </a:lnTo>
                <a:lnTo>
                  <a:pt x="0" y="44114"/>
                </a:ln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10909134" y="2132172"/>
            <a:ext cx="441140" cy="441140"/>
          </a:xfrm>
          <a:custGeom>
            <a:avLst/>
            <a:gdLst/>
            <a:ahLst/>
            <a:cxnLst/>
            <a:rect l="l" t="t" r="r" b="b"/>
            <a:pathLst>
              <a:path w="441140" h="441140">
                <a:moveTo>
                  <a:pt x="88228" y="0"/>
                </a:moveTo>
                <a:lnTo>
                  <a:pt x="352912" y="0"/>
                </a:lnTo>
                <a:cubicBezTo>
                  <a:pt x="401639" y="0"/>
                  <a:pt x="441140" y="39501"/>
                  <a:pt x="441140" y="88228"/>
                </a:cubicBezTo>
                <a:lnTo>
                  <a:pt x="441140" y="352912"/>
                </a:lnTo>
                <a:cubicBezTo>
                  <a:pt x="441140" y="401639"/>
                  <a:pt x="401639" y="441140"/>
                  <a:pt x="352912" y="441140"/>
                </a:cubicBezTo>
                <a:lnTo>
                  <a:pt x="88228" y="441140"/>
                </a:lnTo>
                <a:cubicBezTo>
                  <a:pt x="39501" y="441140"/>
                  <a:pt x="0" y="401639"/>
                  <a:pt x="0" y="352912"/>
                </a:cubicBezTo>
                <a:lnTo>
                  <a:pt x="0" y="88228"/>
                </a:lnTo>
                <a:cubicBezTo>
                  <a:pt x="0" y="39534"/>
                  <a:pt x="39534" y="0"/>
                  <a:pt x="8822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11008390" y="2198343"/>
            <a:ext cx="341883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3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438502" y="2198343"/>
            <a:ext cx="992564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项目管理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0909134" y="2661540"/>
            <a:ext cx="4775338" cy="661710"/>
          </a:xfrm>
          <a:custGeom>
            <a:avLst/>
            <a:gdLst/>
            <a:ahLst/>
            <a:cxnLst/>
            <a:rect l="l" t="t" r="r" b="b"/>
            <a:pathLst>
              <a:path w="4775338" h="661710">
                <a:moveTo>
                  <a:pt x="44116" y="0"/>
                </a:moveTo>
                <a:lnTo>
                  <a:pt x="4731222" y="0"/>
                </a:lnTo>
                <a:cubicBezTo>
                  <a:pt x="4755586" y="0"/>
                  <a:pt x="4775338" y="19751"/>
                  <a:pt x="4775338" y="44116"/>
                </a:cubicBezTo>
                <a:lnTo>
                  <a:pt x="4775338" y="617593"/>
                </a:lnTo>
                <a:cubicBezTo>
                  <a:pt x="4775338" y="641958"/>
                  <a:pt x="4755586" y="661710"/>
                  <a:pt x="4731222" y="661710"/>
                </a:cubicBezTo>
                <a:lnTo>
                  <a:pt x="44116" y="661710"/>
                </a:lnTo>
                <a:cubicBezTo>
                  <a:pt x="19751" y="661710"/>
                  <a:pt x="0" y="641958"/>
                  <a:pt x="0" y="617593"/>
                </a:cubicBezTo>
                <a:lnTo>
                  <a:pt x="0" y="44116"/>
                </a:lnTo>
                <a:cubicBezTo>
                  <a:pt x="0" y="19751"/>
                  <a:pt x="19751" y="0"/>
                  <a:pt x="4411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10997362" y="2749768"/>
            <a:ext cx="430111" cy="264684"/>
          </a:xfrm>
          <a:custGeom>
            <a:avLst/>
            <a:gdLst/>
            <a:ahLst/>
            <a:cxnLst/>
            <a:rect l="l" t="t" r="r" b="b"/>
            <a:pathLst>
              <a:path w="430111" h="264684">
                <a:moveTo>
                  <a:pt x="44115" y="0"/>
                </a:moveTo>
                <a:lnTo>
                  <a:pt x="385996" y="0"/>
                </a:lnTo>
                <a:cubicBezTo>
                  <a:pt x="410360" y="0"/>
                  <a:pt x="430111" y="19751"/>
                  <a:pt x="430111" y="44115"/>
                </a:cubicBezTo>
                <a:lnTo>
                  <a:pt x="430111" y="220569"/>
                </a:lnTo>
                <a:cubicBezTo>
                  <a:pt x="430111" y="244933"/>
                  <a:pt x="410360" y="264684"/>
                  <a:pt x="385996" y="264684"/>
                </a:cubicBezTo>
                <a:lnTo>
                  <a:pt x="44115" y="264684"/>
                </a:lnTo>
                <a:cubicBezTo>
                  <a:pt x="19751" y="264684"/>
                  <a:pt x="0" y="244933"/>
                  <a:pt x="0" y="220569"/>
                </a:cubicBezTo>
                <a:lnTo>
                  <a:pt x="0" y="44115"/>
                </a:lnTo>
                <a:cubicBezTo>
                  <a:pt x="0" y="19767"/>
                  <a:pt x="19767" y="0"/>
                  <a:pt x="44115" y="0"/>
                </a:cubicBez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10997362" y="2749768"/>
            <a:ext cx="496282" cy="264684"/>
          </a:xfrm>
          <a:prstGeom prst="rect">
            <a:avLst/>
          </a:prstGeom>
          <a:noFill/>
          <a:ln/>
        </p:spPr>
        <p:txBody>
          <a:bodyPr wrap="square" lIns="88228" tIns="44114" rIns="88228" bIns="44114" rtlCol="0" anchor="ctr"/>
          <a:lstStyle/>
          <a:p>
            <a:pPr>
              <a:lnSpc>
                <a:spcPct val="110000"/>
              </a:lnSpc>
            </a:pPr>
            <a:r>
              <a:rPr lang="en-US" sz="10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519378" y="2771825"/>
            <a:ext cx="871251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/projects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997362" y="3058565"/>
            <a:ext cx="4665053" cy="1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全部项目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0909134" y="3367363"/>
            <a:ext cx="4775338" cy="661710"/>
          </a:xfrm>
          <a:custGeom>
            <a:avLst/>
            <a:gdLst/>
            <a:ahLst/>
            <a:cxnLst/>
            <a:rect l="l" t="t" r="r" b="b"/>
            <a:pathLst>
              <a:path w="4775338" h="661710">
                <a:moveTo>
                  <a:pt x="44116" y="0"/>
                </a:moveTo>
                <a:lnTo>
                  <a:pt x="4731222" y="0"/>
                </a:lnTo>
                <a:cubicBezTo>
                  <a:pt x="4755586" y="0"/>
                  <a:pt x="4775338" y="19751"/>
                  <a:pt x="4775338" y="44116"/>
                </a:cubicBezTo>
                <a:lnTo>
                  <a:pt x="4775338" y="617593"/>
                </a:lnTo>
                <a:cubicBezTo>
                  <a:pt x="4775338" y="641958"/>
                  <a:pt x="4755586" y="661710"/>
                  <a:pt x="4731222" y="661710"/>
                </a:cubicBezTo>
                <a:lnTo>
                  <a:pt x="44116" y="661710"/>
                </a:lnTo>
                <a:cubicBezTo>
                  <a:pt x="19751" y="661710"/>
                  <a:pt x="0" y="641958"/>
                  <a:pt x="0" y="617593"/>
                </a:cubicBezTo>
                <a:lnTo>
                  <a:pt x="0" y="44116"/>
                </a:lnTo>
                <a:cubicBezTo>
                  <a:pt x="0" y="19751"/>
                  <a:pt x="19751" y="0"/>
                  <a:pt x="4411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75"/>
          <p:cNvSpPr/>
          <p:nvPr/>
        </p:nvSpPr>
        <p:spPr>
          <a:xfrm>
            <a:off x="10997362" y="3455591"/>
            <a:ext cx="430111" cy="264684"/>
          </a:xfrm>
          <a:custGeom>
            <a:avLst/>
            <a:gdLst/>
            <a:ahLst/>
            <a:cxnLst/>
            <a:rect l="l" t="t" r="r" b="b"/>
            <a:pathLst>
              <a:path w="430111" h="264684">
                <a:moveTo>
                  <a:pt x="44115" y="0"/>
                </a:moveTo>
                <a:lnTo>
                  <a:pt x="385996" y="0"/>
                </a:lnTo>
                <a:cubicBezTo>
                  <a:pt x="410360" y="0"/>
                  <a:pt x="430111" y="19751"/>
                  <a:pt x="430111" y="44115"/>
                </a:cubicBezTo>
                <a:lnTo>
                  <a:pt x="430111" y="220569"/>
                </a:lnTo>
                <a:cubicBezTo>
                  <a:pt x="430111" y="244933"/>
                  <a:pt x="410360" y="264684"/>
                  <a:pt x="385996" y="264684"/>
                </a:cubicBezTo>
                <a:lnTo>
                  <a:pt x="44115" y="264684"/>
                </a:lnTo>
                <a:cubicBezTo>
                  <a:pt x="19751" y="264684"/>
                  <a:pt x="0" y="244933"/>
                  <a:pt x="0" y="220569"/>
                </a:cubicBezTo>
                <a:lnTo>
                  <a:pt x="0" y="44115"/>
                </a:lnTo>
                <a:cubicBezTo>
                  <a:pt x="0" y="19767"/>
                  <a:pt x="19767" y="0"/>
                  <a:pt x="44115" y="0"/>
                </a:cubicBez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10997362" y="3455591"/>
            <a:ext cx="496282" cy="264684"/>
          </a:xfrm>
          <a:prstGeom prst="rect">
            <a:avLst/>
          </a:prstGeom>
          <a:noFill/>
          <a:ln/>
        </p:spPr>
        <p:txBody>
          <a:bodyPr wrap="square" lIns="88228" tIns="44114" rIns="88228" bIns="44114" rtlCol="0" anchor="ctr"/>
          <a:lstStyle/>
          <a:p>
            <a:pPr>
              <a:lnSpc>
                <a:spcPct val="110000"/>
              </a:lnSpc>
            </a:pPr>
            <a:r>
              <a:rPr lang="en-US" sz="10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1519378" y="3477648"/>
            <a:ext cx="1312391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/projects/{id}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0997362" y="3764389"/>
            <a:ext cx="4665053" cy="1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按ID查询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10909134" y="4073187"/>
            <a:ext cx="4775338" cy="661710"/>
          </a:xfrm>
          <a:custGeom>
            <a:avLst/>
            <a:gdLst/>
            <a:ahLst/>
            <a:cxnLst/>
            <a:rect l="l" t="t" r="r" b="b"/>
            <a:pathLst>
              <a:path w="4775338" h="661710">
                <a:moveTo>
                  <a:pt x="44116" y="0"/>
                </a:moveTo>
                <a:lnTo>
                  <a:pt x="4731222" y="0"/>
                </a:lnTo>
                <a:cubicBezTo>
                  <a:pt x="4755586" y="0"/>
                  <a:pt x="4775338" y="19751"/>
                  <a:pt x="4775338" y="44116"/>
                </a:cubicBezTo>
                <a:lnTo>
                  <a:pt x="4775338" y="617593"/>
                </a:lnTo>
                <a:cubicBezTo>
                  <a:pt x="4775338" y="641958"/>
                  <a:pt x="4755586" y="661710"/>
                  <a:pt x="4731222" y="661710"/>
                </a:cubicBezTo>
                <a:lnTo>
                  <a:pt x="44116" y="661710"/>
                </a:lnTo>
                <a:cubicBezTo>
                  <a:pt x="19751" y="661710"/>
                  <a:pt x="0" y="641958"/>
                  <a:pt x="0" y="617593"/>
                </a:cubicBezTo>
                <a:lnTo>
                  <a:pt x="0" y="44116"/>
                </a:lnTo>
                <a:cubicBezTo>
                  <a:pt x="0" y="19751"/>
                  <a:pt x="19751" y="0"/>
                  <a:pt x="4411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10997362" y="4161415"/>
            <a:ext cx="518339" cy="264684"/>
          </a:xfrm>
          <a:custGeom>
            <a:avLst/>
            <a:gdLst/>
            <a:ahLst/>
            <a:cxnLst/>
            <a:rect l="l" t="t" r="r" b="b"/>
            <a:pathLst>
              <a:path w="518339" h="264684">
                <a:moveTo>
                  <a:pt x="44115" y="0"/>
                </a:moveTo>
                <a:lnTo>
                  <a:pt x="474224" y="0"/>
                </a:lnTo>
                <a:cubicBezTo>
                  <a:pt x="498588" y="0"/>
                  <a:pt x="518339" y="19751"/>
                  <a:pt x="518339" y="44115"/>
                </a:cubicBezTo>
                <a:lnTo>
                  <a:pt x="518339" y="220569"/>
                </a:lnTo>
                <a:cubicBezTo>
                  <a:pt x="518339" y="244933"/>
                  <a:pt x="498588" y="264684"/>
                  <a:pt x="474224" y="264684"/>
                </a:cubicBezTo>
                <a:lnTo>
                  <a:pt x="44115" y="264684"/>
                </a:lnTo>
                <a:cubicBezTo>
                  <a:pt x="19751" y="264684"/>
                  <a:pt x="0" y="244933"/>
                  <a:pt x="0" y="220569"/>
                </a:cubicBezTo>
                <a:lnTo>
                  <a:pt x="0" y="44115"/>
                </a:lnTo>
                <a:cubicBezTo>
                  <a:pt x="0" y="19767"/>
                  <a:pt x="19767" y="0"/>
                  <a:pt x="44115" y="0"/>
                </a:cubicBezTo>
                <a:close/>
              </a:path>
            </a:pathLst>
          </a:custGeom>
          <a:solidFill>
            <a:srgbClr val="155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3" name="Text 81"/>
          <p:cNvSpPr/>
          <p:nvPr/>
        </p:nvSpPr>
        <p:spPr>
          <a:xfrm>
            <a:off x="10997362" y="4161415"/>
            <a:ext cx="584510" cy="264684"/>
          </a:xfrm>
          <a:prstGeom prst="rect">
            <a:avLst/>
          </a:prstGeom>
          <a:noFill/>
          <a:ln/>
        </p:spPr>
        <p:txBody>
          <a:bodyPr wrap="square" lIns="88228" tIns="44114" rIns="88228" bIns="44114" rtlCol="0" anchor="ctr"/>
          <a:lstStyle/>
          <a:p>
            <a:pPr>
              <a:lnSpc>
                <a:spcPct val="110000"/>
              </a:lnSpc>
            </a:pPr>
            <a:r>
              <a:rPr lang="en-US" sz="10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1607606" y="4183472"/>
            <a:ext cx="871251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/projects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0997362" y="4470213"/>
            <a:ext cx="4665053" cy="1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创建项目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10909134" y="4779010"/>
            <a:ext cx="4775338" cy="661710"/>
          </a:xfrm>
          <a:custGeom>
            <a:avLst/>
            <a:gdLst/>
            <a:ahLst/>
            <a:cxnLst/>
            <a:rect l="l" t="t" r="r" b="b"/>
            <a:pathLst>
              <a:path w="4775338" h="661710">
                <a:moveTo>
                  <a:pt x="44116" y="0"/>
                </a:moveTo>
                <a:lnTo>
                  <a:pt x="4731222" y="0"/>
                </a:lnTo>
                <a:cubicBezTo>
                  <a:pt x="4755586" y="0"/>
                  <a:pt x="4775338" y="19751"/>
                  <a:pt x="4775338" y="44116"/>
                </a:cubicBezTo>
                <a:lnTo>
                  <a:pt x="4775338" y="617593"/>
                </a:lnTo>
                <a:cubicBezTo>
                  <a:pt x="4775338" y="641958"/>
                  <a:pt x="4755586" y="661710"/>
                  <a:pt x="4731222" y="661710"/>
                </a:cubicBezTo>
                <a:lnTo>
                  <a:pt x="44116" y="661710"/>
                </a:lnTo>
                <a:cubicBezTo>
                  <a:pt x="19751" y="661710"/>
                  <a:pt x="0" y="641958"/>
                  <a:pt x="0" y="617593"/>
                </a:cubicBezTo>
                <a:lnTo>
                  <a:pt x="0" y="44116"/>
                </a:lnTo>
                <a:cubicBezTo>
                  <a:pt x="0" y="19751"/>
                  <a:pt x="19751" y="0"/>
                  <a:pt x="4411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7" name="Shape 85"/>
          <p:cNvSpPr/>
          <p:nvPr/>
        </p:nvSpPr>
        <p:spPr>
          <a:xfrm>
            <a:off x="10997362" y="4867238"/>
            <a:ext cx="430111" cy="264684"/>
          </a:xfrm>
          <a:custGeom>
            <a:avLst/>
            <a:gdLst/>
            <a:ahLst/>
            <a:cxnLst/>
            <a:rect l="l" t="t" r="r" b="b"/>
            <a:pathLst>
              <a:path w="430111" h="264684">
                <a:moveTo>
                  <a:pt x="44115" y="0"/>
                </a:moveTo>
                <a:lnTo>
                  <a:pt x="385996" y="0"/>
                </a:lnTo>
                <a:cubicBezTo>
                  <a:pt x="410360" y="0"/>
                  <a:pt x="430111" y="19751"/>
                  <a:pt x="430111" y="44115"/>
                </a:cubicBezTo>
                <a:lnTo>
                  <a:pt x="430111" y="220569"/>
                </a:lnTo>
                <a:cubicBezTo>
                  <a:pt x="430111" y="244933"/>
                  <a:pt x="410360" y="264684"/>
                  <a:pt x="385996" y="264684"/>
                </a:cubicBezTo>
                <a:lnTo>
                  <a:pt x="44115" y="264684"/>
                </a:lnTo>
                <a:cubicBezTo>
                  <a:pt x="19751" y="264684"/>
                  <a:pt x="0" y="244933"/>
                  <a:pt x="0" y="220569"/>
                </a:cubicBezTo>
                <a:lnTo>
                  <a:pt x="0" y="44115"/>
                </a:lnTo>
                <a:cubicBezTo>
                  <a:pt x="0" y="19767"/>
                  <a:pt x="19767" y="0"/>
                  <a:pt x="44115" y="0"/>
                </a:cubicBezTo>
                <a:close/>
              </a:path>
            </a:pathLst>
          </a:custGeom>
          <a:solidFill>
            <a:srgbClr val="D087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8" name="Text 86"/>
          <p:cNvSpPr/>
          <p:nvPr/>
        </p:nvSpPr>
        <p:spPr>
          <a:xfrm>
            <a:off x="10997362" y="4867238"/>
            <a:ext cx="496282" cy="264684"/>
          </a:xfrm>
          <a:prstGeom prst="rect">
            <a:avLst/>
          </a:prstGeom>
          <a:noFill/>
          <a:ln/>
        </p:spPr>
        <p:txBody>
          <a:bodyPr wrap="square" lIns="88228" tIns="44114" rIns="88228" bIns="44114" rtlCol="0" anchor="ctr"/>
          <a:lstStyle/>
          <a:p>
            <a:pPr>
              <a:lnSpc>
                <a:spcPct val="110000"/>
              </a:lnSpc>
            </a:pPr>
            <a:r>
              <a:rPr lang="en-US" sz="10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1519378" y="4889295"/>
            <a:ext cx="1312391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/projects/{id}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10997362" y="5176036"/>
            <a:ext cx="4665053" cy="1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更新项目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10909134" y="5484834"/>
            <a:ext cx="4775338" cy="661710"/>
          </a:xfrm>
          <a:custGeom>
            <a:avLst/>
            <a:gdLst/>
            <a:ahLst/>
            <a:cxnLst/>
            <a:rect l="l" t="t" r="r" b="b"/>
            <a:pathLst>
              <a:path w="4775338" h="661710">
                <a:moveTo>
                  <a:pt x="44116" y="0"/>
                </a:moveTo>
                <a:lnTo>
                  <a:pt x="4731222" y="0"/>
                </a:lnTo>
                <a:cubicBezTo>
                  <a:pt x="4755586" y="0"/>
                  <a:pt x="4775338" y="19751"/>
                  <a:pt x="4775338" y="44116"/>
                </a:cubicBezTo>
                <a:lnTo>
                  <a:pt x="4775338" y="617593"/>
                </a:lnTo>
                <a:cubicBezTo>
                  <a:pt x="4775338" y="641958"/>
                  <a:pt x="4755586" y="661710"/>
                  <a:pt x="4731222" y="661710"/>
                </a:cubicBezTo>
                <a:lnTo>
                  <a:pt x="44116" y="661710"/>
                </a:lnTo>
                <a:cubicBezTo>
                  <a:pt x="19751" y="661710"/>
                  <a:pt x="0" y="641958"/>
                  <a:pt x="0" y="617593"/>
                </a:cubicBezTo>
                <a:lnTo>
                  <a:pt x="0" y="44116"/>
                </a:lnTo>
                <a:cubicBezTo>
                  <a:pt x="0" y="19751"/>
                  <a:pt x="19751" y="0"/>
                  <a:pt x="4411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2" name="Shape 90"/>
          <p:cNvSpPr/>
          <p:nvPr/>
        </p:nvSpPr>
        <p:spPr>
          <a:xfrm>
            <a:off x="10997362" y="5573062"/>
            <a:ext cx="672738" cy="264684"/>
          </a:xfrm>
          <a:custGeom>
            <a:avLst/>
            <a:gdLst/>
            <a:ahLst/>
            <a:cxnLst/>
            <a:rect l="l" t="t" r="r" b="b"/>
            <a:pathLst>
              <a:path w="672738" h="264684">
                <a:moveTo>
                  <a:pt x="44115" y="0"/>
                </a:moveTo>
                <a:lnTo>
                  <a:pt x="628623" y="0"/>
                </a:lnTo>
                <a:cubicBezTo>
                  <a:pt x="652987" y="0"/>
                  <a:pt x="672738" y="19751"/>
                  <a:pt x="672738" y="44115"/>
                </a:cubicBezTo>
                <a:lnTo>
                  <a:pt x="672738" y="220569"/>
                </a:lnTo>
                <a:cubicBezTo>
                  <a:pt x="672738" y="244933"/>
                  <a:pt x="652987" y="264684"/>
                  <a:pt x="628623" y="264684"/>
                </a:cubicBezTo>
                <a:lnTo>
                  <a:pt x="44115" y="264684"/>
                </a:lnTo>
                <a:cubicBezTo>
                  <a:pt x="19751" y="264684"/>
                  <a:pt x="0" y="244933"/>
                  <a:pt x="0" y="220569"/>
                </a:cubicBezTo>
                <a:lnTo>
                  <a:pt x="0" y="44115"/>
                </a:lnTo>
                <a:cubicBezTo>
                  <a:pt x="0" y="19767"/>
                  <a:pt x="19767" y="0"/>
                  <a:pt x="44115" y="0"/>
                </a:cubicBezTo>
                <a:close/>
              </a:path>
            </a:pathLst>
          </a:custGeom>
          <a:solidFill>
            <a:srgbClr val="E700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3" name="Text 91"/>
          <p:cNvSpPr/>
          <p:nvPr/>
        </p:nvSpPr>
        <p:spPr>
          <a:xfrm>
            <a:off x="10997362" y="5573062"/>
            <a:ext cx="738909" cy="264684"/>
          </a:xfrm>
          <a:prstGeom prst="rect">
            <a:avLst/>
          </a:prstGeom>
          <a:noFill/>
          <a:ln/>
        </p:spPr>
        <p:txBody>
          <a:bodyPr wrap="square" lIns="88228" tIns="44114" rIns="88228" bIns="44114" rtlCol="0" anchor="ctr"/>
          <a:lstStyle/>
          <a:p>
            <a:pPr>
              <a:lnSpc>
                <a:spcPct val="110000"/>
              </a:lnSpc>
            </a:pPr>
            <a:r>
              <a:rPr lang="en-US" sz="104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11754651" y="5595119"/>
            <a:ext cx="1312391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/projects/{id}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10997362" y="5881860"/>
            <a:ext cx="4665053" cy="1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删除项目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452168" y="6411228"/>
            <a:ext cx="3727631" cy="1698388"/>
          </a:xfrm>
          <a:custGeom>
            <a:avLst/>
            <a:gdLst/>
            <a:ahLst/>
            <a:cxnLst/>
            <a:rect l="l" t="t" r="r" b="b"/>
            <a:pathLst>
              <a:path w="3727631" h="1698388">
                <a:moveTo>
                  <a:pt x="22057" y="0"/>
                </a:moveTo>
                <a:lnTo>
                  <a:pt x="3639400" y="0"/>
                </a:lnTo>
                <a:cubicBezTo>
                  <a:pt x="3688128" y="0"/>
                  <a:pt x="3727631" y="39502"/>
                  <a:pt x="3727631" y="88231"/>
                </a:cubicBezTo>
                <a:lnTo>
                  <a:pt x="3727631" y="1610157"/>
                </a:lnTo>
                <a:cubicBezTo>
                  <a:pt x="3727631" y="1658886"/>
                  <a:pt x="3688128" y="1698388"/>
                  <a:pt x="3639400" y="1698388"/>
                </a:cubicBezTo>
                <a:lnTo>
                  <a:pt x="22057" y="1698388"/>
                </a:lnTo>
                <a:cubicBezTo>
                  <a:pt x="9875" y="1698388"/>
                  <a:pt x="0" y="1688513"/>
                  <a:pt x="0" y="1676331"/>
                </a:cubicBezTo>
                <a:lnTo>
                  <a:pt x="0" y="22057"/>
                </a:lnTo>
                <a:cubicBezTo>
                  <a:pt x="0" y="9875"/>
                  <a:pt x="9875" y="0"/>
                  <a:pt x="2205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7" name="Shape 95"/>
          <p:cNvSpPr/>
          <p:nvPr/>
        </p:nvSpPr>
        <p:spPr>
          <a:xfrm>
            <a:off x="452168" y="6411228"/>
            <a:ext cx="22057" cy="1698388"/>
          </a:xfrm>
          <a:custGeom>
            <a:avLst/>
            <a:gdLst/>
            <a:ahLst/>
            <a:cxnLst/>
            <a:rect l="l" t="t" r="r" b="b"/>
            <a:pathLst>
              <a:path w="22057" h="1698388">
                <a:moveTo>
                  <a:pt x="22057" y="0"/>
                </a:moveTo>
                <a:lnTo>
                  <a:pt x="22057" y="0"/>
                </a:lnTo>
                <a:lnTo>
                  <a:pt x="22057" y="1698388"/>
                </a:lnTo>
                <a:lnTo>
                  <a:pt x="22057" y="1698388"/>
                </a:lnTo>
                <a:cubicBezTo>
                  <a:pt x="9875" y="1698388"/>
                  <a:pt x="0" y="1688513"/>
                  <a:pt x="0" y="1676331"/>
                </a:cubicBezTo>
                <a:lnTo>
                  <a:pt x="0" y="22057"/>
                </a:lnTo>
                <a:cubicBezTo>
                  <a:pt x="0" y="9875"/>
                  <a:pt x="9875" y="0"/>
                  <a:pt x="2205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8" name="Text 96"/>
          <p:cNvSpPr/>
          <p:nvPr/>
        </p:nvSpPr>
        <p:spPr>
          <a:xfrm>
            <a:off x="595539" y="6543569"/>
            <a:ext cx="3551175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类别管理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595539" y="6940595"/>
            <a:ext cx="3451919" cy="319826"/>
          </a:xfrm>
          <a:custGeom>
            <a:avLst/>
            <a:gdLst/>
            <a:ahLst/>
            <a:cxnLst/>
            <a:rect l="l" t="t" r="r" b="b"/>
            <a:pathLst>
              <a:path w="3451919" h="319826">
                <a:moveTo>
                  <a:pt x="44114" y="0"/>
                </a:moveTo>
                <a:lnTo>
                  <a:pt x="3407805" y="0"/>
                </a:lnTo>
                <a:cubicBezTo>
                  <a:pt x="3432168" y="0"/>
                  <a:pt x="3451919" y="19750"/>
                  <a:pt x="3451919" y="44114"/>
                </a:cubicBezTo>
                <a:lnTo>
                  <a:pt x="3451919" y="275713"/>
                </a:lnTo>
                <a:cubicBezTo>
                  <a:pt x="3451919" y="300076"/>
                  <a:pt x="3432168" y="319826"/>
                  <a:pt x="3407805" y="319826"/>
                </a:cubicBezTo>
                <a:lnTo>
                  <a:pt x="44114" y="319826"/>
                </a:lnTo>
                <a:cubicBezTo>
                  <a:pt x="19750" y="319826"/>
                  <a:pt x="0" y="300076"/>
                  <a:pt x="0" y="275713"/>
                </a:cubicBezTo>
                <a:lnTo>
                  <a:pt x="0" y="44114"/>
                </a:lnTo>
                <a:cubicBezTo>
                  <a:pt x="0" y="19767"/>
                  <a:pt x="19767" y="0"/>
                  <a:pt x="441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0" name="Text 98"/>
          <p:cNvSpPr/>
          <p:nvPr/>
        </p:nvSpPr>
        <p:spPr>
          <a:xfrm>
            <a:off x="661710" y="7021473"/>
            <a:ext cx="1169020" cy="16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/categories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595539" y="7300863"/>
            <a:ext cx="3451919" cy="319826"/>
          </a:xfrm>
          <a:custGeom>
            <a:avLst/>
            <a:gdLst/>
            <a:ahLst/>
            <a:cxnLst/>
            <a:rect l="l" t="t" r="r" b="b"/>
            <a:pathLst>
              <a:path w="3451919" h="319826">
                <a:moveTo>
                  <a:pt x="44114" y="0"/>
                </a:moveTo>
                <a:lnTo>
                  <a:pt x="3407805" y="0"/>
                </a:lnTo>
                <a:cubicBezTo>
                  <a:pt x="3432168" y="0"/>
                  <a:pt x="3451919" y="19750"/>
                  <a:pt x="3451919" y="44114"/>
                </a:cubicBezTo>
                <a:lnTo>
                  <a:pt x="3451919" y="275713"/>
                </a:lnTo>
                <a:cubicBezTo>
                  <a:pt x="3451919" y="300076"/>
                  <a:pt x="3432168" y="319826"/>
                  <a:pt x="3407805" y="319826"/>
                </a:cubicBezTo>
                <a:lnTo>
                  <a:pt x="44114" y="319826"/>
                </a:lnTo>
                <a:cubicBezTo>
                  <a:pt x="19750" y="319826"/>
                  <a:pt x="0" y="300076"/>
                  <a:pt x="0" y="275713"/>
                </a:cubicBezTo>
                <a:lnTo>
                  <a:pt x="0" y="44114"/>
                </a:lnTo>
                <a:cubicBezTo>
                  <a:pt x="0" y="19767"/>
                  <a:pt x="19767" y="0"/>
                  <a:pt x="441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2" name="Text 100"/>
          <p:cNvSpPr/>
          <p:nvPr/>
        </p:nvSpPr>
        <p:spPr>
          <a:xfrm>
            <a:off x="661710" y="7381735"/>
            <a:ext cx="1242544" cy="16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/categories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595539" y="7661125"/>
            <a:ext cx="3451919" cy="319826"/>
          </a:xfrm>
          <a:custGeom>
            <a:avLst/>
            <a:gdLst/>
            <a:ahLst/>
            <a:cxnLst/>
            <a:rect l="l" t="t" r="r" b="b"/>
            <a:pathLst>
              <a:path w="3451919" h="319826">
                <a:moveTo>
                  <a:pt x="44114" y="0"/>
                </a:moveTo>
                <a:lnTo>
                  <a:pt x="3407805" y="0"/>
                </a:lnTo>
                <a:cubicBezTo>
                  <a:pt x="3432168" y="0"/>
                  <a:pt x="3451919" y="19750"/>
                  <a:pt x="3451919" y="44114"/>
                </a:cubicBezTo>
                <a:lnTo>
                  <a:pt x="3451919" y="275713"/>
                </a:lnTo>
                <a:cubicBezTo>
                  <a:pt x="3451919" y="300076"/>
                  <a:pt x="3432168" y="319826"/>
                  <a:pt x="3407805" y="319826"/>
                </a:cubicBezTo>
                <a:lnTo>
                  <a:pt x="44114" y="319826"/>
                </a:lnTo>
                <a:cubicBezTo>
                  <a:pt x="19750" y="319826"/>
                  <a:pt x="0" y="300076"/>
                  <a:pt x="0" y="275713"/>
                </a:cubicBezTo>
                <a:lnTo>
                  <a:pt x="0" y="44114"/>
                </a:lnTo>
                <a:cubicBezTo>
                  <a:pt x="0" y="19767"/>
                  <a:pt x="19767" y="0"/>
                  <a:pt x="441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4" name="Text 102"/>
          <p:cNvSpPr/>
          <p:nvPr/>
        </p:nvSpPr>
        <p:spPr>
          <a:xfrm>
            <a:off x="661710" y="7742003"/>
            <a:ext cx="1536637" cy="16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 /categories/{id}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4327995" y="6411228"/>
            <a:ext cx="3727631" cy="1698388"/>
          </a:xfrm>
          <a:custGeom>
            <a:avLst/>
            <a:gdLst/>
            <a:ahLst/>
            <a:cxnLst/>
            <a:rect l="l" t="t" r="r" b="b"/>
            <a:pathLst>
              <a:path w="3727631" h="1698388">
                <a:moveTo>
                  <a:pt x="22057" y="0"/>
                </a:moveTo>
                <a:lnTo>
                  <a:pt x="3639400" y="0"/>
                </a:lnTo>
                <a:cubicBezTo>
                  <a:pt x="3688128" y="0"/>
                  <a:pt x="3727631" y="39502"/>
                  <a:pt x="3727631" y="88231"/>
                </a:cubicBezTo>
                <a:lnTo>
                  <a:pt x="3727631" y="1610157"/>
                </a:lnTo>
                <a:cubicBezTo>
                  <a:pt x="3727631" y="1658886"/>
                  <a:pt x="3688128" y="1698388"/>
                  <a:pt x="3639400" y="1698388"/>
                </a:cubicBezTo>
                <a:lnTo>
                  <a:pt x="22057" y="1698388"/>
                </a:lnTo>
                <a:cubicBezTo>
                  <a:pt x="9875" y="1698388"/>
                  <a:pt x="0" y="1688513"/>
                  <a:pt x="0" y="1676331"/>
                </a:cubicBezTo>
                <a:lnTo>
                  <a:pt x="0" y="22057"/>
                </a:lnTo>
                <a:cubicBezTo>
                  <a:pt x="0" y="9875"/>
                  <a:pt x="9875" y="0"/>
                  <a:pt x="2205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6" name="Shape 104"/>
          <p:cNvSpPr/>
          <p:nvPr/>
        </p:nvSpPr>
        <p:spPr>
          <a:xfrm>
            <a:off x="4327995" y="6411228"/>
            <a:ext cx="22057" cy="1698388"/>
          </a:xfrm>
          <a:custGeom>
            <a:avLst/>
            <a:gdLst/>
            <a:ahLst/>
            <a:cxnLst/>
            <a:rect l="l" t="t" r="r" b="b"/>
            <a:pathLst>
              <a:path w="22057" h="1698388">
                <a:moveTo>
                  <a:pt x="22057" y="0"/>
                </a:moveTo>
                <a:lnTo>
                  <a:pt x="22057" y="0"/>
                </a:lnTo>
                <a:lnTo>
                  <a:pt x="22057" y="1698388"/>
                </a:lnTo>
                <a:lnTo>
                  <a:pt x="22057" y="1698388"/>
                </a:lnTo>
                <a:cubicBezTo>
                  <a:pt x="9875" y="1698388"/>
                  <a:pt x="0" y="1688513"/>
                  <a:pt x="0" y="1676331"/>
                </a:cubicBezTo>
                <a:lnTo>
                  <a:pt x="0" y="22057"/>
                </a:lnTo>
                <a:cubicBezTo>
                  <a:pt x="0" y="9875"/>
                  <a:pt x="9875" y="0"/>
                  <a:pt x="2205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7" name="Text 105"/>
          <p:cNvSpPr/>
          <p:nvPr/>
        </p:nvSpPr>
        <p:spPr>
          <a:xfrm>
            <a:off x="4471365" y="6543569"/>
            <a:ext cx="3551175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维护窗口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4471365" y="6940595"/>
            <a:ext cx="3451919" cy="319826"/>
          </a:xfrm>
          <a:custGeom>
            <a:avLst/>
            <a:gdLst/>
            <a:ahLst/>
            <a:cxnLst/>
            <a:rect l="l" t="t" r="r" b="b"/>
            <a:pathLst>
              <a:path w="3451919" h="319826">
                <a:moveTo>
                  <a:pt x="44114" y="0"/>
                </a:moveTo>
                <a:lnTo>
                  <a:pt x="3407805" y="0"/>
                </a:lnTo>
                <a:cubicBezTo>
                  <a:pt x="3432168" y="0"/>
                  <a:pt x="3451919" y="19750"/>
                  <a:pt x="3451919" y="44114"/>
                </a:cubicBezTo>
                <a:lnTo>
                  <a:pt x="3451919" y="275713"/>
                </a:lnTo>
                <a:cubicBezTo>
                  <a:pt x="3451919" y="300076"/>
                  <a:pt x="3432168" y="319826"/>
                  <a:pt x="3407805" y="319826"/>
                </a:cubicBezTo>
                <a:lnTo>
                  <a:pt x="44114" y="319826"/>
                </a:lnTo>
                <a:cubicBezTo>
                  <a:pt x="19750" y="319826"/>
                  <a:pt x="0" y="300076"/>
                  <a:pt x="0" y="275713"/>
                </a:cubicBezTo>
                <a:lnTo>
                  <a:pt x="0" y="44114"/>
                </a:lnTo>
                <a:cubicBezTo>
                  <a:pt x="0" y="19767"/>
                  <a:pt x="19767" y="0"/>
                  <a:pt x="441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9" name="Text 107"/>
          <p:cNvSpPr/>
          <p:nvPr/>
        </p:nvSpPr>
        <p:spPr>
          <a:xfrm>
            <a:off x="4537536" y="7021473"/>
            <a:ext cx="1242544" cy="16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/maintenance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4471365" y="7300863"/>
            <a:ext cx="3451919" cy="319826"/>
          </a:xfrm>
          <a:custGeom>
            <a:avLst/>
            <a:gdLst/>
            <a:ahLst/>
            <a:cxnLst/>
            <a:rect l="l" t="t" r="r" b="b"/>
            <a:pathLst>
              <a:path w="3451919" h="319826">
                <a:moveTo>
                  <a:pt x="44114" y="0"/>
                </a:moveTo>
                <a:lnTo>
                  <a:pt x="3407805" y="0"/>
                </a:lnTo>
                <a:cubicBezTo>
                  <a:pt x="3432168" y="0"/>
                  <a:pt x="3451919" y="19750"/>
                  <a:pt x="3451919" y="44114"/>
                </a:cubicBezTo>
                <a:lnTo>
                  <a:pt x="3451919" y="275713"/>
                </a:lnTo>
                <a:cubicBezTo>
                  <a:pt x="3451919" y="300076"/>
                  <a:pt x="3432168" y="319826"/>
                  <a:pt x="3407805" y="319826"/>
                </a:cubicBezTo>
                <a:lnTo>
                  <a:pt x="44114" y="319826"/>
                </a:lnTo>
                <a:cubicBezTo>
                  <a:pt x="19750" y="319826"/>
                  <a:pt x="0" y="300076"/>
                  <a:pt x="0" y="275713"/>
                </a:cubicBezTo>
                <a:lnTo>
                  <a:pt x="0" y="44114"/>
                </a:lnTo>
                <a:cubicBezTo>
                  <a:pt x="0" y="19767"/>
                  <a:pt x="19767" y="0"/>
                  <a:pt x="441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1" name="Text 109"/>
          <p:cNvSpPr/>
          <p:nvPr/>
        </p:nvSpPr>
        <p:spPr>
          <a:xfrm>
            <a:off x="4537536" y="7381735"/>
            <a:ext cx="1316067" cy="16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/maintenance</a:t>
            </a:r>
            <a:endParaRPr lang="en-US" sz="1600" dirty="0"/>
          </a:p>
        </p:txBody>
      </p:sp>
      <p:sp>
        <p:nvSpPr>
          <p:cNvPr id="112" name="Shape 110"/>
          <p:cNvSpPr/>
          <p:nvPr/>
        </p:nvSpPr>
        <p:spPr>
          <a:xfrm>
            <a:off x="4471365" y="7661125"/>
            <a:ext cx="3451919" cy="319826"/>
          </a:xfrm>
          <a:custGeom>
            <a:avLst/>
            <a:gdLst/>
            <a:ahLst/>
            <a:cxnLst/>
            <a:rect l="l" t="t" r="r" b="b"/>
            <a:pathLst>
              <a:path w="3451919" h="319826">
                <a:moveTo>
                  <a:pt x="44114" y="0"/>
                </a:moveTo>
                <a:lnTo>
                  <a:pt x="3407805" y="0"/>
                </a:lnTo>
                <a:cubicBezTo>
                  <a:pt x="3432168" y="0"/>
                  <a:pt x="3451919" y="19750"/>
                  <a:pt x="3451919" y="44114"/>
                </a:cubicBezTo>
                <a:lnTo>
                  <a:pt x="3451919" y="275713"/>
                </a:lnTo>
                <a:cubicBezTo>
                  <a:pt x="3451919" y="300076"/>
                  <a:pt x="3432168" y="319826"/>
                  <a:pt x="3407805" y="319826"/>
                </a:cubicBezTo>
                <a:lnTo>
                  <a:pt x="44114" y="319826"/>
                </a:lnTo>
                <a:cubicBezTo>
                  <a:pt x="19750" y="319826"/>
                  <a:pt x="0" y="300076"/>
                  <a:pt x="0" y="275713"/>
                </a:cubicBezTo>
                <a:lnTo>
                  <a:pt x="0" y="44114"/>
                </a:lnTo>
                <a:cubicBezTo>
                  <a:pt x="0" y="19767"/>
                  <a:pt x="19767" y="0"/>
                  <a:pt x="441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3" name="Text 111"/>
          <p:cNvSpPr/>
          <p:nvPr/>
        </p:nvSpPr>
        <p:spPr>
          <a:xfrm>
            <a:off x="4537536" y="7742003"/>
            <a:ext cx="1610160" cy="16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 /maintenance/{id}</a:t>
            </a:r>
            <a:endParaRPr lang="en-US" sz="1600" dirty="0"/>
          </a:p>
        </p:txBody>
      </p:sp>
      <p:sp>
        <p:nvSpPr>
          <p:cNvPr id="114" name="Shape 112"/>
          <p:cNvSpPr/>
          <p:nvPr/>
        </p:nvSpPr>
        <p:spPr>
          <a:xfrm>
            <a:off x="8203936" y="6411228"/>
            <a:ext cx="3727631" cy="1698388"/>
          </a:xfrm>
          <a:custGeom>
            <a:avLst/>
            <a:gdLst/>
            <a:ahLst/>
            <a:cxnLst/>
            <a:rect l="l" t="t" r="r" b="b"/>
            <a:pathLst>
              <a:path w="3727631" h="1698388">
                <a:moveTo>
                  <a:pt x="22057" y="0"/>
                </a:moveTo>
                <a:lnTo>
                  <a:pt x="3639400" y="0"/>
                </a:lnTo>
                <a:cubicBezTo>
                  <a:pt x="3688128" y="0"/>
                  <a:pt x="3727631" y="39502"/>
                  <a:pt x="3727631" y="88231"/>
                </a:cubicBezTo>
                <a:lnTo>
                  <a:pt x="3727631" y="1610157"/>
                </a:lnTo>
                <a:cubicBezTo>
                  <a:pt x="3727631" y="1658886"/>
                  <a:pt x="3688128" y="1698388"/>
                  <a:pt x="3639400" y="1698388"/>
                </a:cubicBezTo>
                <a:lnTo>
                  <a:pt x="22057" y="1698388"/>
                </a:lnTo>
                <a:cubicBezTo>
                  <a:pt x="9875" y="1698388"/>
                  <a:pt x="0" y="1688513"/>
                  <a:pt x="0" y="1676331"/>
                </a:cubicBezTo>
                <a:lnTo>
                  <a:pt x="0" y="22057"/>
                </a:lnTo>
                <a:cubicBezTo>
                  <a:pt x="0" y="9875"/>
                  <a:pt x="9875" y="0"/>
                  <a:pt x="2205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5" name="Shape 113"/>
          <p:cNvSpPr/>
          <p:nvPr/>
        </p:nvSpPr>
        <p:spPr>
          <a:xfrm>
            <a:off x="8203936" y="6411228"/>
            <a:ext cx="22057" cy="1698388"/>
          </a:xfrm>
          <a:custGeom>
            <a:avLst/>
            <a:gdLst/>
            <a:ahLst/>
            <a:cxnLst/>
            <a:rect l="l" t="t" r="r" b="b"/>
            <a:pathLst>
              <a:path w="22057" h="1698388">
                <a:moveTo>
                  <a:pt x="22057" y="0"/>
                </a:moveTo>
                <a:lnTo>
                  <a:pt x="22057" y="0"/>
                </a:lnTo>
                <a:lnTo>
                  <a:pt x="22057" y="1698388"/>
                </a:lnTo>
                <a:lnTo>
                  <a:pt x="22057" y="1698388"/>
                </a:lnTo>
                <a:cubicBezTo>
                  <a:pt x="9875" y="1698388"/>
                  <a:pt x="0" y="1688513"/>
                  <a:pt x="0" y="1676331"/>
                </a:cubicBezTo>
                <a:lnTo>
                  <a:pt x="0" y="22057"/>
                </a:lnTo>
                <a:cubicBezTo>
                  <a:pt x="0" y="9875"/>
                  <a:pt x="9875" y="0"/>
                  <a:pt x="2205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6" name="Text 114"/>
          <p:cNvSpPr/>
          <p:nvPr/>
        </p:nvSpPr>
        <p:spPr>
          <a:xfrm>
            <a:off x="8347306" y="6543569"/>
            <a:ext cx="3551175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用户认证</a:t>
            </a:r>
            <a:endParaRPr lang="en-US" sz="1600" dirty="0"/>
          </a:p>
        </p:txBody>
      </p:sp>
      <p:sp>
        <p:nvSpPr>
          <p:cNvPr id="117" name="Shape 115"/>
          <p:cNvSpPr/>
          <p:nvPr/>
        </p:nvSpPr>
        <p:spPr>
          <a:xfrm>
            <a:off x="8347306" y="6940595"/>
            <a:ext cx="3451919" cy="319826"/>
          </a:xfrm>
          <a:custGeom>
            <a:avLst/>
            <a:gdLst/>
            <a:ahLst/>
            <a:cxnLst/>
            <a:rect l="l" t="t" r="r" b="b"/>
            <a:pathLst>
              <a:path w="3451919" h="319826">
                <a:moveTo>
                  <a:pt x="44114" y="0"/>
                </a:moveTo>
                <a:lnTo>
                  <a:pt x="3407805" y="0"/>
                </a:lnTo>
                <a:cubicBezTo>
                  <a:pt x="3432168" y="0"/>
                  <a:pt x="3451919" y="19750"/>
                  <a:pt x="3451919" y="44114"/>
                </a:cubicBezTo>
                <a:lnTo>
                  <a:pt x="3451919" y="275713"/>
                </a:lnTo>
                <a:cubicBezTo>
                  <a:pt x="3451919" y="300076"/>
                  <a:pt x="3432168" y="319826"/>
                  <a:pt x="3407805" y="319826"/>
                </a:cubicBezTo>
                <a:lnTo>
                  <a:pt x="44114" y="319826"/>
                </a:lnTo>
                <a:cubicBezTo>
                  <a:pt x="19750" y="319826"/>
                  <a:pt x="0" y="300076"/>
                  <a:pt x="0" y="275713"/>
                </a:cubicBezTo>
                <a:lnTo>
                  <a:pt x="0" y="44114"/>
                </a:lnTo>
                <a:cubicBezTo>
                  <a:pt x="0" y="19767"/>
                  <a:pt x="19767" y="0"/>
                  <a:pt x="441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8" name="Text 116"/>
          <p:cNvSpPr/>
          <p:nvPr/>
        </p:nvSpPr>
        <p:spPr>
          <a:xfrm>
            <a:off x="8413477" y="7021473"/>
            <a:ext cx="1242544" cy="16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/auth/login</a:t>
            </a:r>
            <a:endParaRPr lang="en-US" sz="1600" dirty="0"/>
          </a:p>
        </p:txBody>
      </p:sp>
      <p:sp>
        <p:nvSpPr>
          <p:cNvPr id="119" name="Shape 117"/>
          <p:cNvSpPr/>
          <p:nvPr/>
        </p:nvSpPr>
        <p:spPr>
          <a:xfrm>
            <a:off x="8347306" y="7300863"/>
            <a:ext cx="3451919" cy="319826"/>
          </a:xfrm>
          <a:custGeom>
            <a:avLst/>
            <a:gdLst/>
            <a:ahLst/>
            <a:cxnLst/>
            <a:rect l="l" t="t" r="r" b="b"/>
            <a:pathLst>
              <a:path w="3451919" h="319826">
                <a:moveTo>
                  <a:pt x="44114" y="0"/>
                </a:moveTo>
                <a:lnTo>
                  <a:pt x="3407805" y="0"/>
                </a:lnTo>
                <a:cubicBezTo>
                  <a:pt x="3432168" y="0"/>
                  <a:pt x="3451919" y="19750"/>
                  <a:pt x="3451919" y="44114"/>
                </a:cubicBezTo>
                <a:lnTo>
                  <a:pt x="3451919" y="275713"/>
                </a:lnTo>
                <a:cubicBezTo>
                  <a:pt x="3451919" y="300076"/>
                  <a:pt x="3432168" y="319826"/>
                  <a:pt x="3407805" y="319826"/>
                </a:cubicBezTo>
                <a:lnTo>
                  <a:pt x="44114" y="319826"/>
                </a:lnTo>
                <a:cubicBezTo>
                  <a:pt x="19750" y="319826"/>
                  <a:pt x="0" y="300076"/>
                  <a:pt x="0" y="275713"/>
                </a:cubicBezTo>
                <a:lnTo>
                  <a:pt x="0" y="44114"/>
                </a:lnTo>
                <a:cubicBezTo>
                  <a:pt x="0" y="19767"/>
                  <a:pt x="19767" y="0"/>
                  <a:pt x="441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0" name="Text 118"/>
          <p:cNvSpPr/>
          <p:nvPr/>
        </p:nvSpPr>
        <p:spPr>
          <a:xfrm>
            <a:off x="8413477" y="7381735"/>
            <a:ext cx="1316067" cy="16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/auth/logout</a:t>
            </a:r>
            <a:endParaRPr lang="en-US" sz="1600" dirty="0"/>
          </a:p>
        </p:txBody>
      </p:sp>
      <p:sp>
        <p:nvSpPr>
          <p:cNvPr id="121" name="Shape 119"/>
          <p:cNvSpPr/>
          <p:nvPr/>
        </p:nvSpPr>
        <p:spPr>
          <a:xfrm>
            <a:off x="8347306" y="7661125"/>
            <a:ext cx="3451919" cy="319826"/>
          </a:xfrm>
          <a:custGeom>
            <a:avLst/>
            <a:gdLst/>
            <a:ahLst/>
            <a:cxnLst/>
            <a:rect l="l" t="t" r="r" b="b"/>
            <a:pathLst>
              <a:path w="3451919" h="319826">
                <a:moveTo>
                  <a:pt x="44114" y="0"/>
                </a:moveTo>
                <a:lnTo>
                  <a:pt x="3407805" y="0"/>
                </a:lnTo>
                <a:cubicBezTo>
                  <a:pt x="3432168" y="0"/>
                  <a:pt x="3451919" y="19750"/>
                  <a:pt x="3451919" y="44114"/>
                </a:cubicBezTo>
                <a:lnTo>
                  <a:pt x="3451919" y="275713"/>
                </a:lnTo>
                <a:cubicBezTo>
                  <a:pt x="3451919" y="300076"/>
                  <a:pt x="3432168" y="319826"/>
                  <a:pt x="3407805" y="319826"/>
                </a:cubicBezTo>
                <a:lnTo>
                  <a:pt x="44114" y="319826"/>
                </a:lnTo>
                <a:cubicBezTo>
                  <a:pt x="19750" y="319826"/>
                  <a:pt x="0" y="300076"/>
                  <a:pt x="0" y="275713"/>
                </a:cubicBezTo>
                <a:lnTo>
                  <a:pt x="0" y="44114"/>
                </a:lnTo>
                <a:cubicBezTo>
                  <a:pt x="0" y="19767"/>
                  <a:pt x="19767" y="0"/>
                  <a:pt x="441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2" name="Text 120"/>
          <p:cNvSpPr/>
          <p:nvPr/>
        </p:nvSpPr>
        <p:spPr>
          <a:xfrm>
            <a:off x="8413477" y="7742003"/>
            <a:ext cx="948450" cy="16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/auth/me</a:t>
            </a:r>
            <a:endParaRPr lang="en-US" sz="1600" dirty="0"/>
          </a:p>
        </p:txBody>
      </p:sp>
      <p:sp>
        <p:nvSpPr>
          <p:cNvPr id="123" name="Shape 121"/>
          <p:cNvSpPr/>
          <p:nvPr/>
        </p:nvSpPr>
        <p:spPr>
          <a:xfrm>
            <a:off x="12079763" y="6411228"/>
            <a:ext cx="3727631" cy="1698388"/>
          </a:xfrm>
          <a:custGeom>
            <a:avLst/>
            <a:gdLst/>
            <a:ahLst/>
            <a:cxnLst/>
            <a:rect l="l" t="t" r="r" b="b"/>
            <a:pathLst>
              <a:path w="3727631" h="1698388">
                <a:moveTo>
                  <a:pt x="22057" y="0"/>
                </a:moveTo>
                <a:lnTo>
                  <a:pt x="3639400" y="0"/>
                </a:lnTo>
                <a:cubicBezTo>
                  <a:pt x="3688128" y="0"/>
                  <a:pt x="3727631" y="39502"/>
                  <a:pt x="3727631" y="88231"/>
                </a:cubicBezTo>
                <a:lnTo>
                  <a:pt x="3727631" y="1610157"/>
                </a:lnTo>
                <a:cubicBezTo>
                  <a:pt x="3727631" y="1658886"/>
                  <a:pt x="3688128" y="1698388"/>
                  <a:pt x="3639400" y="1698388"/>
                </a:cubicBezTo>
                <a:lnTo>
                  <a:pt x="22057" y="1698388"/>
                </a:lnTo>
                <a:cubicBezTo>
                  <a:pt x="9875" y="1698388"/>
                  <a:pt x="0" y="1688513"/>
                  <a:pt x="0" y="1676331"/>
                </a:cubicBezTo>
                <a:lnTo>
                  <a:pt x="0" y="22057"/>
                </a:lnTo>
                <a:cubicBezTo>
                  <a:pt x="0" y="9875"/>
                  <a:pt x="9875" y="0"/>
                  <a:pt x="2205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4" name="Shape 122"/>
          <p:cNvSpPr/>
          <p:nvPr/>
        </p:nvSpPr>
        <p:spPr>
          <a:xfrm>
            <a:off x="12079763" y="6411228"/>
            <a:ext cx="22057" cy="1698388"/>
          </a:xfrm>
          <a:custGeom>
            <a:avLst/>
            <a:gdLst/>
            <a:ahLst/>
            <a:cxnLst/>
            <a:rect l="l" t="t" r="r" b="b"/>
            <a:pathLst>
              <a:path w="22057" h="1698388">
                <a:moveTo>
                  <a:pt x="22057" y="0"/>
                </a:moveTo>
                <a:lnTo>
                  <a:pt x="22057" y="0"/>
                </a:lnTo>
                <a:lnTo>
                  <a:pt x="22057" y="1698388"/>
                </a:lnTo>
                <a:lnTo>
                  <a:pt x="22057" y="1698388"/>
                </a:lnTo>
                <a:cubicBezTo>
                  <a:pt x="9875" y="1698388"/>
                  <a:pt x="0" y="1688513"/>
                  <a:pt x="0" y="1676331"/>
                </a:cubicBezTo>
                <a:lnTo>
                  <a:pt x="0" y="22057"/>
                </a:lnTo>
                <a:cubicBezTo>
                  <a:pt x="0" y="9875"/>
                  <a:pt x="9875" y="0"/>
                  <a:pt x="2205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5" name="Text 123"/>
          <p:cNvSpPr/>
          <p:nvPr/>
        </p:nvSpPr>
        <p:spPr>
          <a:xfrm>
            <a:off x="12223133" y="6543569"/>
            <a:ext cx="3551175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1600" dirty="0"/>
          </a:p>
        </p:txBody>
      </p:sp>
      <p:sp>
        <p:nvSpPr>
          <p:cNvPr id="126" name="Shape 124"/>
          <p:cNvSpPr/>
          <p:nvPr/>
        </p:nvSpPr>
        <p:spPr>
          <a:xfrm>
            <a:off x="12223133" y="6940595"/>
            <a:ext cx="3451919" cy="319826"/>
          </a:xfrm>
          <a:custGeom>
            <a:avLst/>
            <a:gdLst/>
            <a:ahLst/>
            <a:cxnLst/>
            <a:rect l="l" t="t" r="r" b="b"/>
            <a:pathLst>
              <a:path w="3451919" h="319826">
                <a:moveTo>
                  <a:pt x="44114" y="0"/>
                </a:moveTo>
                <a:lnTo>
                  <a:pt x="3407805" y="0"/>
                </a:lnTo>
                <a:cubicBezTo>
                  <a:pt x="3432168" y="0"/>
                  <a:pt x="3451919" y="19750"/>
                  <a:pt x="3451919" y="44114"/>
                </a:cubicBezTo>
                <a:lnTo>
                  <a:pt x="3451919" y="275713"/>
                </a:lnTo>
                <a:cubicBezTo>
                  <a:pt x="3451919" y="300076"/>
                  <a:pt x="3432168" y="319826"/>
                  <a:pt x="3407805" y="319826"/>
                </a:cubicBezTo>
                <a:lnTo>
                  <a:pt x="44114" y="319826"/>
                </a:lnTo>
                <a:cubicBezTo>
                  <a:pt x="19750" y="319826"/>
                  <a:pt x="0" y="300076"/>
                  <a:pt x="0" y="275713"/>
                </a:cubicBezTo>
                <a:lnTo>
                  <a:pt x="0" y="44114"/>
                </a:lnTo>
                <a:cubicBezTo>
                  <a:pt x="0" y="19767"/>
                  <a:pt x="19767" y="0"/>
                  <a:pt x="441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7" name="Text 125"/>
          <p:cNvSpPr/>
          <p:nvPr/>
        </p:nvSpPr>
        <p:spPr>
          <a:xfrm>
            <a:off x="12289304" y="7021473"/>
            <a:ext cx="801404" cy="16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/users</a:t>
            </a:r>
            <a:endParaRPr lang="en-US" sz="1600" dirty="0"/>
          </a:p>
        </p:txBody>
      </p:sp>
      <p:sp>
        <p:nvSpPr>
          <p:cNvPr id="128" name="Shape 126"/>
          <p:cNvSpPr/>
          <p:nvPr/>
        </p:nvSpPr>
        <p:spPr>
          <a:xfrm>
            <a:off x="12223133" y="7300863"/>
            <a:ext cx="3451919" cy="319826"/>
          </a:xfrm>
          <a:custGeom>
            <a:avLst/>
            <a:gdLst/>
            <a:ahLst/>
            <a:cxnLst/>
            <a:rect l="l" t="t" r="r" b="b"/>
            <a:pathLst>
              <a:path w="3451919" h="319826">
                <a:moveTo>
                  <a:pt x="44114" y="0"/>
                </a:moveTo>
                <a:lnTo>
                  <a:pt x="3407805" y="0"/>
                </a:lnTo>
                <a:cubicBezTo>
                  <a:pt x="3432168" y="0"/>
                  <a:pt x="3451919" y="19750"/>
                  <a:pt x="3451919" y="44114"/>
                </a:cubicBezTo>
                <a:lnTo>
                  <a:pt x="3451919" y="275713"/>
                </a:lnTo>
                <a:cubicBezTo>
                  <a:pt x="3451919" y="300076"/>
                  <a:pt x="3432168" y="319826"/>
                  <a:pt x="3407805" y="319826"/>
                </a:cubicBezTo>
                <a:lnTo>
                  <a:pt x="44114" y="319826"/>
                </a:lnTo>
                <a:cubicBezTo>
                  <a:pt x="19750" y="319826"/>
                  <a:pt x="0" y="300076"/>
                  <a:pt x="0" y="275713"/>
                </a:cubicBezTo>
                <a:lnTo>
                  <a:pt x="0" y="44114"/>
                </a:lnTo>
                <a:cubicBezTo>
                  <a:pt x="0" y="19767"/>
                  <a:pt x="19767" y="0"/>
                  <a:pt x="441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9" name="Text 127"/>
          <p:cNvSpPr/>
          <p:nvPr/>
        </p:nvSpPr>
        <p:spPr>
          <a:xfrm>
            <a:off x="12289304" y="7381735"/>
            <a:ext cx="874927" cy="16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/users</a:t>
            </a:r>
            <a:endParaRPr lang="en-US" sz="1600" dirty="0"/>
          </a:p>
        </p:txBody>
      </p:sp>
      <p:sp>
        <p:nvSpPr>
          <p:cNvPr id="130" name="Shape 128"/>
          <p:cNvSpPr/>
          <p:nvPr/>
        </p:nvSpPr>
        <p:spPr>
          <a:xfrm>
            <a:off x="12223133" y="7661125"/>
            <a:ext cx="3451919" cy="319826"/>
          </a:xfrm>
          <a:custGeom>
            <a:avLst/>
            <a:gdLst/>
            <a:ahLst/>
            <a:cxnLst/>
            <a:rect l="l" t="t" r="r" b="b"/>
            <a:pathLst>
              <a:path w="3451919" h="319826">
                <a:moveTo>
                  <a:pt x="44114" y="0"/>
                </a:moveTo>
                <a:lnTo>
                  <a:pt x="3407805" y="0"/>
                </a:lnTo>
                <a:cubicBezTo>
                  <a:pt x="3432168" y="0"/>
                  <a:pt x="3451919" y="19750"/>
                  <a:pt x="3451919" y="44114"/>
                </a:cubicBezTo>
                <a:lnTo>
                  <a:pt x="3451919" y="275713"/>
                </a:lnTo>
                <a:cubicBezTo>
                  <a:pt x="3451919" y="300076"/>
                  <a:pt x="3432168" y="319826"/>
                  <a:pt x="3407805" y="319826"/>
                </a:cubicBezTo>
                <a:lnTo>
                  <a:pt x="44114" y="319826"/>
                </a:lnTo>
                <a:cubicBezTo>
                  <a:pt x="19750" y="319826"/>
                  <a:pt x="0" y="300076"/>
                  <a:pt x="0" y="275713"/>
                </a:cubicBezTo>
                <a:lnTo>
                  <a:pt x="0" y="44114"/>
                </a:lnTo>
                <a:cubicBezTo>
                  <a:pt x="0" y="19767"/>
                  <a:pt x="19767" y="0"/>
                  <a:pt x="4411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1" name="Text 129"/>
          <p:cNvSpPr/>
          <p:nvPr/>
        </p:nvSpPr>
        <p:spPr>
          <a:xfrm>
            <a:off x="12289304" y="7742003"/>
            <a:ext cx="963155" cy="16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仅ADMIN可访问</a:t>
            </a:r>
            <a:endParaRPr lang="en-US" sz="1600" dirty="0"/>
          </a:p>
        </p:txBody>
      </p:sp>
      <p:sp>
        <p:nvSpPr>
          <p:cNvPr id="132" name="Shape 130"/>
          <p:cNvSpPr/>
          <p:nvPr/>
        </p:nvSpPr>
        <p:spPr>
          <a:xfrm>
            <a:off x="444816" y="8245634"/>
            <a:ext cx="15359016" cy="448492"/>
          </a:xfrm>
          <a:custGeom>
            <a:avLst/>
            <a:gdLst/>
            <a:ahLst/>
            <a:cxnLst/>
            <a:rect l="l" t="t" r="r" b="b"/>
            <a:pathLst>
              <a:path w="15359016" h="448492">
                <a:moveTo>
                  <a:pt x="88227" y="0"/>
                </a:moveTo>
                <a:lnTo>
                  <a:pt x="15270788" y="0"/>
                </a:lnTo>
                <a:cubicBezTo>
                  <a:pt x="15319515" y="0"/>
                  <a:pt x="15359016" y="39501"/>
                  <a:pt x="15359016" y="88227"/>
                </a:cubicBezTo>
                <a:lnTo>
                  <a:pt x="15359016" y="360265"/>
                </a:lnTo>
                <a:cubicBezTo>
                  <a:pt x="15359016" y="408991"/>
                  <a:pt x="15319515" y="448492"/>
                  <a:pt x="15270788" y="448492"/>
                </a:cubicBezTo>
                <a:lnTo>
                  <a:pt x="88227" y="448492"/>
                </a:lnTo>
                <a:cubicBezTo>
                  <a:pt x="39501" y="448492"/>
                  <a:pt x="0" y="408991"/>
                  <a:pt x="0" y="360265"/>
                </a:cubicBezTo>
                <a:lnTo>
                  <a:pt x="0" y="88227"/>
                </a:lnTo>
                <a:cubicBezTo>
                  <a:pt x="0" y="39533"/>
                  <a:pt x="39533" y="0"/>
                  <a:pt x="88227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8467">
            <a:solidFill>
              <a:srgbClr val="4FD1C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Shape 131"/>
          <p:cNvSpPr/>
          <p:nvPr/>
        </p:nvSpPr>
        <p:spPr>
          <a:xfrm>
            <a:off x="589105" y="8370627"/>
            <a:ext cx="148885" cy="198513"/>
          </a:xfrm>
          <a:custGeom>
            <a:avLst/>
            <a:gdLst/>
            <a:ahLst/>
            <a:cxnLst/>
            <a:rect l="l" t="t" r="r" b="b"/>
            <a:pathLst>
              <a:path w="148885" h="198513">
                <a:moveTo>
                  <a:pt x="113563" y="148885"/>
                </a:moveTo>
                <a:cubicBezTo>
                  <a:pt x="116394" y="140239"/>
                  <a:pt x="122054" y="132407"/>
                  <a:pt x="128452" y="125660"/>
                </a:cubicBezTo>
                <a:cubicBezTo>
                  <a:pt x="141130" y="112323"/>
                  <a:pt x="148885" y="94294"/>
                  <a:pt x="148885" y="74442"/>
                </a:cubicBezTo>
                <a:cubicBezTo>
                  <a:pt x="148885" y="33344"/>
                  <a:pt x="115541" y="0"/>
                  <a:pt x="74442" y="0"/>
                </a:cubicBezTo>
                <a:cubicBezTo>
                  <a:pt x="33344" y="0"/>
                  <a:pt x="0" y="33344"/>
                  <a:pt x="0" y="74442"/>
                </a:cubicBezTo>
                <a:cubicBezTo>
                  <a:pt x="0" y="94294"/>
                  <a:pt x="7754" y="112323"/>
                  <a:pt x="20433" y="125660"/>
                </a:cubicBezTo>
                <a:cubicBezTo>
                  <a:pt x="26830" y="132407"/>
                  <a:pt x="32530" y="140239"/>
                  <a:pt x="35321" y="148885"/>
                </a:cubicBezTo>
                <a:lnTo>
                  <a:pt x="113525" y="148885"/>
                </a:lnTo>
                <a:close/>
                <a:moveTo>
                  <a:pt x="111664" y="167495"/>
                </a:moveTo>
                <a:lnTo>
                  <a:pt x="37221" y="167495"/>
                </a:lnTo>
                <a:lnTo>
                  <a:pt x="37221" y="173699"/>
                </a:lnTo>
                <a:cubicBezTo>
                  <a:pt x="37221" y="190836"/>
                  <a:pt x="51102" y="204716"/>
                  <a:pt x="68239" y="204716"/>
                </a:cubicBezTo>
                <a:lnTo>
                  <a:pt x="80646" y="204716"/>
                </a:lnTo>
                <a:cubicBezTo>
                  <a:pt x="97783" y="204716"/>
                  <a:pt x="111664" y="190836"/>
                  <a:pt x="111664" y="173699"/>
                </a:cubicBezTo>
                <a:lnTo>
                  <a:pt x="111664" y="167495"/>
                </a:lnTo>
                <a:close/>
                <a:moveTo>
                  <a:pt x="71341" y="43425"/>
                </a:moveTo>
                <a:cubicBezTo>
                  <a:pt x="55909" y="43425"/>
                  <a:pt x="43425" y="55909"/>
                  <a:pt x="43425" y="71341"/>
                </a:cubicBezTo>
                <a:cubicBezTo>
                  <a:pt x="43425" y="76497"/>
                  <a:pt x="39276" y="80646"/>
                  <a:pt x="34119" y="80646"/>
                </a:cubicBezTo>
                <a:cubicBezTo>
                  <a:pt x="28963" y="80646"/>
                  <a:pt x="24814" y="76497"/>
                  <a:pt x="24814" y="71341"/>
                </a:cubicBezTo>
                <a:cubicBezTo>
                  <a:pt x="24814" y="45635"/>
                  <a:pt x="45635" y="24814"/>
                  <a:pt x="71341" y="24814"/>
                </a:cubicBezTo>
                <a:cubicBezTo>
                  <a:pt x="76497" y="24814"/>
                  <a:pt x="80646" y="28963"/>
                  <a:pt x="80646" y="34119"/>
                </a:cubicBezTo>
                <a:cubicBezTo>
                  <a:pt x="80646" y="39276"/>
                  <a:pt x="76497" y="43425"/>
                  <a:pt x="71341" y="4342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4" name="Text 132"/>
          <p:cNvSpPr/>
          <p:nvPr/>
        </p:nvSpPr>
        <p:spPr>
          <a:xfrm>
            <a:off x="917203" y="8337541"/>
            <a:ext cx="5745845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设计原则：</a:t>
            </a:r>
            <a:r>
              <a:rPr lang="en-US" sz="1389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RESTful规范、统一响应格式、清晰命名、完整HTTP方法支持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2423583" cy="349250"/>
          </a:xfrm>
          <a:custGeom>
            <a:avLst/>
            <a:gdLst/>
            <a:ahLst/>
            <a:cxnLst/>
            <a:rect l="l" t="t" r="r" b="b"/>
            <a:pathLst>
              <a:path w="2423583" h="349250">
                <a:moveTo>
                  <a:pt x="42333" y="0"/>
                </a:moveTo>
                <a:lnTo>
                  <a:pt x="2381251" y="0"/>
                </a:lnTo>
                <a:cubicBezTo>
                  <a:pt x="2404630" y="0"/>
                  <a:pt x="2423583" y="18953"/>
                  <a:pt x="2423583" y="42333"/>
                </a:cubicBezTo>
                <a:lnTo>
                  <a:pt x="2423583" y="306917"/>
                </a:lnTo>
                <a:cubicBezTo>
                  <a:pt x="2423583" y="330297"/>
                  <a:pt x="2404630" y="349250"/>
                  <a:pt x="2381251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50333" y="479774"/>
            <a:ext cx="2250722" cy="24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 &amp; AUTHORIZATION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0774"/>
            <a:ext cx="156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认证与权限机制设计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453441"/>
            <a:ext cx="15515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基于JWT的无状态认证与RBAC角色权限控制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4500" y="1919108"/>
            <a:ext cx="7577667" cy="6127750"/>
          </a:xfrm>
          <a:custGeom>
            <a:avLst/>
            <a:gdLst/>
            <a:ahLst/>
            <a:cxnLst/>
            <a:rect l="l" t="t" r="r" b="b"/>
            <a:pathLst>
              <a:path w="7577667" h="6127750">
                <a:moveTo>
                  <a:pt x="42333" y="0"/>
                </a:moveTo>
                <a:lnTo>
                  <a:pt x="7492981" y="0"/>
                </a:lnTo>
                <a:cubicBezTo>
                  <a:pt x="7539752" y="0"/>
                  <a:pt x="7577667" y="37915"/>
                  <a:pt x="7577667" y="84686"/>
                </a:cubicBezTo>
                <a:lnTo>
                  <a:pt x="7577667" y="6043064"/>
                </a:lnTo>
                <a:cubicBezTo>
                  <a:pt x="7577667" y="6089835"/>
                  <a:pt x="7539752" y="6127750"/>
                  <a:pt x="7492981" y="6127750"/>
                </a:cubicBezTo>
                <a:lnTo>
                  <a:pt x="42333" y="6127750"/>
                </a:lnTo>
                <a:cubicBezTo>
                  <a:pt x="18953" y="6127750"/>
                  <a:pt x="0" y="6108797"/>
                  <a:pt x="0" y="60854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4500" y="1919108"/>
            <a:ext cx="42333" cy="6127750"/>
          </a:xfrm>
          <a:custGeom>
            <a:avLst/>
            <a:gdLst/>
            <a:ahLst/>
            <a:cxnLst/>
            <a:rect l="l" t="t" r="r" b="b"/>
            <a:pathLst>
              <a:path w="42333" h="6127750">
                <a:moveTo>
                  <a:pt x="42333" y="0"/>
                </a:moveTo>
                <a:lnTo>
                  <a:pt x="42333" y="0"/>
                </a:lnTo>
                <a:lnTo>
                  <a:pt x="42333" y="6127750"/>
                </a:lnTo>
                <a:lnTo>
                  <a:pt x="42333" y="6127750"/>
                </a:lnTo>
                <a:cubicBezTo>
                  <a:pt x="18953" y="6127750"/>
                  <a:pt x="0" y="6108797"/>
                  <a:pt x="0" y="60854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77333" y="213077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04333" y="225777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66688" y="174625"/>
                </a:moveTo>
                <a:cubicBezTo>
                  <a:pt x="214908" y="174625"/>
                  <a:pt x="254000" y="135533"/>
                  <a:pt x="254000" y="87313"/>
                </a:cubicBezTo>
                <a:cubicBezTo>
                  <a:pt x="254000" y="39092"/>
                  <a:pt x="214908" y="0"/>
                  <a:pt x="166688" y="0"/>
                </a:cubicBezTo>
                <a:cubicBezTo>
                  <a:pt x="118467" y="0"/>
                  <a:pt x="79375" y="39092"/>
                  <a:pt x="79375" y="87313"/>
                </a:cubicBezTo>
                <a:cubicBezTo>
                  <a:pt x="79375" y="96589"/>
                  <a:pt x="80814" y="105569"/>
                  <a:pt x="83493" y="113953"/>
                </a:cubicBezTo>
                <a:lnTo>
                  <a:pt x="3473" y="193973"/>
                </a:lnTo>
                <a:cubicBezTo>
                  <a:pt x="1240" y="196205"/>
                  <a:pt x="0" y="199231"/>
                  <a:pt x="0" y="202406"/>
                </a:cubicBezTo>
                <a:lnTo>
                  <a:pt x="0" y="242094"/>
                </a:lnTo>
                <a:cubicBezTo>
                  <a:pt x="0" y="248692"/>
                  <a:pt x="5308" y="254000"/>
                  <a:pt x="11906" y="254000"/>
                </a:cubicBezTo>
                <a:lnTo>
                  <a:pt x="51594" y="254000"/>
                </a:lnTo>
                <a:cubicBezTo>
                  <a:pt x="58192" y="254000"/>
                  <a:pt x="63500" y="248692"/>
                  <a:pt x="63500" y="242094"/>
                </a:cubicBezTo>
                <a:lnTo>
                  <a:pt x="63500" y="222250"/>
                </a:lnTo>
                <a:lnTo>
                  <a:pt x="83344" y="222250"/>
                </a:lnTo>
                <a:cubicBezTo>
                  <a:pt x="89942" y="222250"/>
                  <a:pt x="95250" y="216942"/>
                  <a:pt x="95250" y="210344"/>
                </a:cubicBezTo>
                <a:lnTo>
                  <a:pt x="95250" y="190500"/>
                </a:lnTo>
                <a:lnTo>
                  <a:pt x="115094" y="190500"/>
                </a:lnTo>
                <a:cubicBezTo>
                  <a:pt x="118269" y="190500"/>
                  <a:pt x="121295" y="189260"/>
                  <a:pt x="123527" y="187027"/>
                </a:cubicBezTo>
                <a:lnTo>
                  <a:pt x="140047" y="170507"/>
                </a:lnTo>
                <a:cubicBezTo>
                  <a:pt x="148431" y="173186"/>
                  <a:pt x="157411" y="174625"/>
                  <a:pt x="166688" y="174625"/>
                </a:cubicBezTo>
                <a:close/>
                <a:moveTo>
                  <a:pt x="186531" y="47625"/>
                </a:moveTo>
                <a:cubicBezTo>
                  <a:pt x="197483" y="47625"/>
                  <a:pt x="206375" y="56517"/>
                  <a:pt x="206375" y="67469"/>
                </a:cubicBezTo>
                <a:cubicBezTo>
                  <a:pt x="206375" y="78421"/>
                  <a:pt x="197483" y="87313"/>
                  <a:pt x="186531" y="87313"/>
                </a:cubicBezTo>
                <a:cubicBezTo>
                  <a:pt x="175579" y="87313"/>
                  <a:pt x="166688" y="78421"/>
                  <a:pt x="166688" y="67469"/>
                </a:cubicBezTo>
                <a:cubicBezTo>
                  <a:pt x="166688" y="56517"/>
                  <a:pt x="175579" y="47625"/>
                  <a:pt x="186531" y="4762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12333" y="2215441"/>
            <a:ext cx="166158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JWT认证流程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7333" y="2808108"/>
            <a:ext cx="7133167" cy="1301750"/>
          </a:xfrm>
          <a:custGeom>
            <a:avLst/>
            <a:gdLst/>
            <a:ahLst/>
            <a:cxnLst/>
            <a:rect l="l" t="t" r="r" b="b"/>
            <a:pathLst>
              <a:path w="7133167" h="1301750">
                <a:moveTo>
                  <a:pt x="84666" y="0"/>
                </a:moveTo>
                <a:lnTo>
                  <a:pt x="7048501" y="0"/>
                </a:lnTo>
                <a:cubicBezTo>
                  <a:pt x="7095260" y="0"/>
                  <a:pt x="7133167" y="37906"/>
                  <a:pt x="7133167" y="84666"/>
                </a:cubicBezTo>
                <a:lnTo>
                  <a:pt x="7133167" y="1217084"/>
                </a:lnTo>
                <a:cubicBezTo>
                  <a:pt x="7133167" y="1263844"/>
                  <a:pt x="7095260" y="1301750"/>
                  <a:pt x="7048501" y="1301750"/>
                </a:cubicBezTo>
                <a:lnTo>
                  <a:pt x="84666" y="1301750"/>
                </a:lnTo>
                <a:cubicBezTo>
                  <a:pt x="37906" y="1301750"/>
                  <a:pt x="0" y="1263844"/>
                  <a:pt x="0" y="121708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04333" y="2935108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45444" y="2998608"/>
            <a:ext cx="1270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70000" y="2956274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用户登录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333" y="3358441"/>
            <a:ext cx="69532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用户提交用户名和密码到登录接口。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333" y="3641545"/>
            <a:ext cx="6879167" cy="338667"/>
          </a:xfrm>
          <a:custGeom>
            <a:avLst/>
            <a:gdLst/>
            <a:ahLst/>
            <a:cxnLst/>
            <a:rect l="l" t="t" r="r" b="b"/>
            <a:pathLst>
              <a:path w="6879167" h="338667">
                <a:moveTo>
                  <a:pt x="42333" y="0"/>
                </a:moveTo>
                <a:lnTo>
                  <a:pt x="6836833" y="0"/>
                </a:lnTo>
                <a:cubicBezTo>
                  <a:pt x="6860213" y="0"/>
                  <a:pt x="6879167" y="18953"/>
                  <a:pt x="6879167" y="42333"/>
                </a:cubicBezTo>
                <a:lnTo>
                  <a:pt x="6879167" y="296333"/>
                </a:lnTo>
                <a:cubicBezTo>
                  <a:pt x="6879167" y="319713"/>
                  <a:pt x="6860213" y="338667"/>
                  <a:pt x="68368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04333" y="3641545"/>
            <a:ext cx="6942667" cy="338667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 /auth/login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7333" y="4234212"/>
            <a:ext cx="7133167" cy="920750"/>
          </a:xfrm>
          <a:custGeom>
            <a:avLst/>
            <a:gdLst/>
            <a:ahLst/>
            <a:cxnLst/>
            <a:rect l="l" t="t" r="r" b="b"/>
            <a:pathLst>
              <a:path w="7133167" h="920750">
                <a:moveTo>
                  <a:pt x="84663" y="0"/>
                </a:moveTo>
                <a:lnTo>
                  <a:pt x="7048504" y="0"/>
                </a:lnTo>
                <a:cubicBezTo>
                  <a:pt x="7095262" y="0"/>
                  <a:pt x="7133167" y="37905"/>
                  <a:pt x="7133167" y="84663"/>
                </a:cubicBezTo>
                <a:lnTo>
                  <a:pt x="7133167" y="836087"/>
                </a:lnTo>
                <a:cubicBezTo>
                  <a:pt x="7133167" y="882845"/>
                  <a:pt x="7095262" y="920750"/>
                  <a:pt x="7048504" y="920750"/>
                </a:cubicBezTo>
                <a:lnTo>
                  <a:pt x="84663" y="920750"/>
                </a:lnTo>
                <a:cubicBezTo>
                  <a:pt x="37905" y="920750"/>
                  <a:pt x="0" y="882845"/>
                  <a:pt x="0" y="836087"/>
                </a:cubicBezTo>
                <a:lnTo>
                  <a:pt x="0" y="84663"/>
                </a:lnTo>
                <a:cubicBezTo>
                  <a:pt x="0" y="37905"/>
                  <a:pt x="37905" y="0"/>
                  <a:pt x="8466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04333" y="4361212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31333" y="4424712"/>
            <a:ext cx="158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0000" y="4382378"/>
            <a:ext cx="1005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生成Token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333" y="4784545"/>
            <a:ext cx="69532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验证成功后，服务端生成包含用户ID和角色的JWT Token。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7333" y="5279316"/>
            <a:ext cx="7133167" cy="1301750"/>
          </a:xfrm>
          <a:custGeom>
            <a:avLst/>
            <a:gdLst/>
            <a:ahLst/>
            <a:cxnLst/>
            <a:rect l="l" t="t" r="r" b="b"/>
            <a:pathLst>
              <a:path w="7133167" h="1301750">
                <a:moveTo>
                  <a:pt x="84666" y="0"/>
                </a:moveTo>
                <a:lnTo>
                  <a:pt x="7048501" y="0"/>
                </a:lnTo>
                <a:cubicBezTo>
                  <a:pt x="7095260" y="0"/>
                  <a:pt x="7133167" y="37906"/>
                  <a:pt x="7133167" y="84666"/>
                </a:cubicBezTo>
                <a:lnTo>
                  <a:pt x="7133167" y="1217084"/>
                </a:lnTo>
                <a:cubicBezTo>
                  <a:pt x="7133167" y="1263844"/>
                  <a:pt x="7095260" y="1301750"/>
                  <a:pt x="7048501" y="1301750"/>
                </a:cubicBezTo>
                <a:lnTo>
                  <a:pt x="84666" y="1301750"/>
                </a:lnTo>
                <a:cubicBezTo>
                  <a:pt x="37906" y="1301750"/>
                  <a:pt x="0" y="1263844"/>
                  <a:pt x="0" y="121708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04333" y="5406316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31333" y="5469816"/>
            <a:ext cx="158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70000" y="5427483"/>
            <a:ext cx="1386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携带Token访问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4333" y="5829649"/>
            <a:ext cx="69532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客户端在请求头中携带Token。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4333" y="6112753"/>
            <a:ext cx="6879167" cy="338667"/>
          </a:xfrm>
          <a:custGeom>
            <a:avLst/>
            <a:gdLst/>
            <a:ahLst/>
            <a:cxnLst/>
            <a:rect l="l" t="t" r="r" b="b"/>
            <a:pathLst>
              <a:path w="6879167" h="338667">
                <a:moveTo>
                  <a:pt x="42333" y="0"/>
                </a:moveTo>
                <a:lnTo>
                  <a:pt x="6836833" y="0"/>
                </a:lnTo>
                <a:cubicBezTo>
                  <a:pt x="6860213" y="0"/>
                  <a:pt x="6879167" y="18953"/>
                  <a:pt x="6879167" y="42333"/>
                </a:cubicBezTo>
                <a:lnTo>
                  <a:pt x="6879167" y="296333"/>
                </a:lnTo>
                <a:cubicBezTo>
                  <a:pt x="6879167" y="319713"/>
                  <a:pt x="6860213" y="338667"/>
                  <a:pt x="68368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04333" y="6112753"/>
            <a:ext cx="6942667" cy="338667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Authorization: Bearer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7333" y="6705420"/>
            <a:ext cx="7133167" cy="920750"/>
          </a:xfrm>
          <a:custGeom>
            <a:avLst/>
            <a:gdLst/>
            <a:ahLst/>
            <a:cxnLst/>
            <a:rect l="l" t="t" r="r" b="b"/>
            <a:pathLst>
              <a:path w="7133167" h="920750">
                <a:moveTo>
                  <a:pt x="84663" y="0"/>
                </a:moveTo>
                <a:lnTo>
                  <a:pt x="7048504" y="0"/>
                </a:lnTo>
                <a:cubicBezTo>
                  <a:pt x="7095262" y="0"/>
                  <a:pt x="7133167" y="37905"/>
                  <a:pt x="7133167" y="84663"/>
                </a:cubicBezTo>
                <a:lnTo>
                  <a:pt x="7133167" y="836087"/>
                </a:lnTo>
                <a:cubicBezTo>
                  <a:pt x="7133167" y="882845"/>
                  <a:pt x="7095262" y="920750"/>
                  <a:pt x="7048504" y="920750"/>
                </a:cubicBezTo>
                <a:lnTo>
                  <a:pt x="84663" y="920750"/>
                </a:lnTo>
                <a:cubicBezTo>
                  <a:pt x="37905" y="920750"/>
                  <a:pt x="0" y="882845"/>
                  <a:pt x="0" y="836087"/>
                </a:cubicBezTo>
                <a:lnTo>
                  <a:pt x="0" y="84663"/>
                </a:lnTo>
                <a:cubicBezTo>
                  <a:pt x="0" y="37905"/>
                  <a:pt x="37905" y="0"/>
                  <a:pt x="8466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04333" y="6832420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31333" y="6895920"/>
            <a:ext cx="158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70000" y="6853587"/>
            <a:ext cx="1047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验证与授权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4333" y="7255753"/>
            <a:ext cx="69532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服务端验证Token有效性，解析用户身份并授权访问。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55000" y="1919108"/>
            <a:ext cx="7577667" cy="6127750"/>
          </a:xfrm>
          <a:custGeom>
            <a:avLst/>
            <a:gdLst/>
            <a:ahLst/>
            <a:cxnLst/>
            <a:rect l="l" t="t" r="r" b="b"/>
            <a:pathLst>
              <a:path w="7577667" h="6127750">
                <a:moveTo>
                  <a:pt x="42333" y="0"/>
                </a:moveTo>
                <a:lnTo>
                  <a:pt x="7492981" y="0"/>
                </a:lnTo>
                <a:cubicBezTo>
                  <a:pt x="7539752" y="0"/>
                  <a:pt x="7577667" y="37915"/>
                  <a:pt x="7577667" y="84686"/>
                </a:cubicBezTo>
                <a:lnTo>
                  <a:pt x="7577667" y="6043064"/>
                </a:lnTo>
                <a:cubicBezTo>
                  <a:pt x="7577667" y="6089835"/>
                  <a:pt x="7539752" y="6127750"/>
                  <a:pt x="7492981" y="6127750"/>
                </a:cubicBezTo>
                <a:lnTo>
                  <a:pt x="42333" y="6127750"/>
                </a:lnTo>
                <a:cubicBezTo>
                  <a:pt x="18953" y="6127750"/>
                  <a:pt x="0" y="6108797"/>
                  <a:pt x="0" y="60854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255000" y="1919108"/>
            <a:ext cx="42333" cy="6127750"/>
          </a:xfrm>
          <a:custGeom>
            <a:avLst/>
            <a:gdLst/>
            <a:ahLst/>
            <a:cxnLst/>
            <a:rect l="l" t="t" r="r" b="b"/>
            <a:pathLst>
              <a:path w="42333" h="6127750">
                <a:moveTo>
                  <a:pt x="42333" y="0"/>
                </a:moveTo>
                <a:lnTo>
                  <a:pt x="42333" y="0"/>
                </a:lnTo>
                <a:lnTo>
                  <a:pt x="42333" y="6127750"/>
                </a:lnTo>
                <a:lnTo>
                  <a:pt x="42333" y="6127750"/>
                </a:lnTo>
                <a:cubicBezTo>
                  <a:pt x="18953" y="6127750"/>
                  <a:pt x="0" y="6108797"/>
                  <a:pt x="0" y="60854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487833" y="213077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598958" y="2257774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11125" y="123031"/>
                </a:moveTo>
                <a:cubicBezTo>
                  <a:pt x="143981" y="123031"/>
                  <a:pt x="170656" y="96356"/>
                  <a:pt x="170656" y="63500"/>
                </a:cubicBezTo>
                <a:cubicBezTo>
                  <a:pt x="170656" y="30644"/>
                  <a:pt x="143981" y="3969"/>
                  <a:pt x="111125" y="3969"/>
                </a:cubicBezTo>
                <a:cubicBezTo>
                  <a:pt x="78269" y="3969"/>
                  <a:pt x="51594" y="30644"/>
                  <a:pt x="51594" y="63500"/>
                </a:cubicBezTo>
                <a:cubicBezTo>
                  <a:pt x="51594" y="96356"/>
                  <a:pt x="78269" y="123031"/>
                  <a:pt x="111125" y="123031"/>
                </a:cubicBezTo>
                <a:close/>
                <a:moveTo>
                  <a:pt x="96391" y="150813"/>
                </a:moveTo>
                <a:cubicBezTo>
                  <a:pt x="47526" y="150813"/>
                  <a:pt x="7938" y="190401"/>
                  <a:pt x="7938" y="239266"/>
                </a:cubicBezTo>
                <a:cubicBezTo>
                  <a:pt x="7938" y="247402"/>
                  <a:pt x="14536" y="254000"/>
                  <a:pt x="22671" y="254000"/>
                </a:cubicBezTo>
                <a:lnTo>
                  <a:pt x="147439" y="254000"/>
                </a:lnTo>
                <a:cubicBezTo>
                  <a:pt x="129480" y="232866"/>
                  <a:pt x="119063" y="205631"/>
                  <a:pt x="119063" y="176808"/>
                </a:cubicBezTo>
                <a:lnTo>
                  <a:pt x="119063" y="161379"/>
                </a:lnTo>
                <a:cubicBezTo>
                  <a:pt x="119063" y="157758"/>
                  <a:pt x="119559" y="154186"/>
                  <a:pt x="120501" y="150812"/>
                </a:cubicBezTo>
                <a:lnTo>
                  <a:pt x="96391" y="150812"/>
                </a:lnTo>
                <a:close/>
                <a:moveTo>
                  <a:pt x="220911" y="242342"/>
                </a:moveTo>
                <a:lnTo>
                  <a:pt x="214313" y="245467"/>
                </a:lnTo>
                <a:lnTo>
                  <a:pt x="214313" y="152152"/>
                </a:lnTo>
                <a:lnTo>
                  <a:pt x="261937" y="168027"/>
                </a:lnTo>
                <a:lnTo>
                  <a:pt x="261937" y="177750"/>
                </a:lnTo>
                <a:cubicBezTo>
                  <a:pt x="261937" y="205432"/>
                  <a:pt x="245963" y="230584"/>
                  <a:pt x="220911" y="242391"/>
                </a:cubicBezTo>
                <a:close/>
                <a:moveTo>
                  <a:pt x="209302" y="128736"/>
                </a:moveTo>
                <a:lnTo>
                  <a:pt x="153739" y="147241"/>
                </a:lnTo>
                <a:cubicBezTo>
                  <a:pt x="147241" y="149423"/>
                  <a:pt x="142875" y="155476"/>
                  <a:pt x="142875" y="162322"/>
                </a:cubicBezTo>
                <a:lnTo>
                  <a:pt x="142875" y="177750"/>
                </a:lnTo>
                <a:cubicBezTo>
                  <a:pt x="142875" y="214660"/>
                  <a:pt x="164207" y="248245"/>
                  <a:pt x="197545" y="263922"/>
                </a:cubicBezTo>
                <a:lnTo>
                  <a:pt x="206722" y="268238"/>
                </a:lnTo>
                <a:cubicBezTo>
                  <a:pt x="209104" y="269329"/>
                  <a:pt x="211683" y="269925"/>
                  <a:pt x="214263" y="269925"/>
                </a:cubicBezTo>
                <a:cubicBezTo>
                  <a:pt x="216843" y="269925"/>
                  <a:pt x="219472" y="269329"/>
                  <a:pt x="221804" y="268238"/>
                </a:cubicBezTo>
                <a:lnTo>
                  <a:pt x="230981" y="263922"/>
                </a:lnTo>
                <a:cubicBezTo>
                  <a:pt x="264418" y="248196"/>
                  <a:pt x="285750" y="214610"/>
                  <a:pt x="285750" y="177701"/>
                </a:cubicBezTo>
                <a:lnTo>
                  <a:pt x="285750" y="162272"/>
                </a:lnTo>
                <a:cubicBezTo>
                  <a:pt x="285750" y="155426"/>
                  <a:pt x="281384" y="149374"/>
                  <a:pt x="274886" y="147191"/>
                </a:cubicBezTo>
                <a:lnTo>
                  <a:pt x="219323" y="128687"/>
                </a:lnTo>
                <a:cubicBezTo>
                  <a:pt x="216049" y="127595"/>
                  <a:pt x="212527" y="127595"/>
                  <a:pt x="209302" y="12868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122833" y="2215441"/>
            <a:ext cx="165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角色权限控制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98417" y="2808108"/>
            <a:ext cx="7122583" cy="1651000"/>
          </a:xfrm>
          <a:custGeom>
            <a:avLst/>
            <a:gdLst/>
            <a:ahLst/>
            <a:cxnLst/>
            <a:rect l="l" t="t" r="r" b="b"/>
            <a:pathLst>
              <a:path w="7122583" h="1651000">
                <a:moveTo>
                  <a:pt x="21167" y="0"/>
                </a:moveTo>
                <a:lnTo>
                  <a:pt x="7037920" y="0"/>
                </a:lnTo>
                <a:cubicBezTo>
                  <a:pt x="7084678" y="0"/>
                  <a:pt x="7122583" y="37905"/>
                  <a:pt x="7122583" y="84663"/>
                </a:cubicBezTo>
                <a:lnTo>
                  <a:pt x="7122583" y="1566337"/>
                </a:lnTo>
                <a:cubicBezTo>
                  <a:pt x="7122583" y="1613095"/>
                  <a:pt x="7084678" y="1651000"/>
                  <a:pt x="7037920" y="1651000"/>
                </a:cubicBezTo>
                <a:lnTo>
                  <a:pt x="21167" y="1651000"/>
                </a:lnTo>
                <a:cubicBezTo>
                  <a:pt x="9477" y="1651000"/>
                  <a:pt x="0" y="1641523"/>
                  <a:pt x="0" y="1629833"/>
                </a:cubicBezTo>
                <a:lnTo>
                  <a:pt x="0" y="21167"/>
                </a:lnTo>
                <a:cubicBezTo>
                  <a:pt x="0" y="9477"/>
                  <a:pt x="9477" y="0"/>
                  <a:pt x="21167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498417" y="2808108"/>
            <a:ext cx="21167" cy="1651000"/>
          </a:xfrm>
          <a:custGeom>
            <a:avLst/>
            <a:gdLst/>
            <a:ahLst/>
            <a:cxnLst/>
            <a:rect l="l" t="t" r="r" b="b"/>
            <a:pathLst>
              <a:path w="21167" h="1651000">
                <a:moveTo>
                  <a:pt x="21167" y="0"/>
                </a:moveTo>
                <a:lnTo>
                  <a:pt x="21167" y="0"/>
                </a:lnTo>
                <a:lnTo>
                  <a:pt x="21167" y="1651000"/>
                </a:lnTo>
                <a:lnTo>
                  <a:pt x="21167" y="1651000"/>
                </a:lnTo>
                <a:cubicBezTo>
                  <a:pt x="9477" y="1651000"/>
                  <a:pt x="0" y="1641523"/>
                  <a:pt x="0" y="1629833"/>
                </a:cubicBezTo>
                <a:lnTo>
                  <a:pt x="0" y="21167"/>
                </a:lnTo>
                <a:cubicBezTo>
                  <a:pt x="0" y="9477"/>
                  <a:pt x="9477" y="0"/>
                  <a:pt x="2116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678333" y="3019774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797396" y="3125608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92604" y="102526"/>
                </a:moveTo>
                <a:cubicBezTo>
                  <a:pt x="65224" y="102526"/>
                  <a:pt x="42995" y="80297"/>
                  <a:pt x="42995" y="52917"/>
                </a:cubicBezTo>
                <a:cubicBezTo>
                  <a:pt x="42995" y="25537"/>
                  <a:pt x="65224" y="3307"/>
                  <a:pt x="92604" y="3307"/>
                </a:cubicBezTo>
                <a:cubicBezTo>
                  <a:pt x="119984" y="3307"/>
                  <a:pt x="142214" y="25537"/>
                  <a:pt x="142214" y="52917"/>
                </a:cubicBezTo>
                <a:cubicBezTo>
                  <a:pt x="142214" y="80297"/>
                  <a:pt x="119984" y="102526"/>
                  <a:pt x="92604" y="102526"/>
                </a:cubicBezTo>
                <a:close/>
                <a:moveTo>
                  <a:pt x="79995" y="125677"/>
                </a:moveTo>
                <a:lnTo>
                  <a:pt x="105213" y="125677"/>
                </a:lnTo>
                <a:cubicBezTo>
                  <a:pt x="109223" y="125677"/>
                  <a:pt x="112448" y="128902"/>
                  <a:pt x="112448" y="132912"/>
                </a:cubicBezTo>
                <a:cubicBezTo>
                  <a:pt x="112448" y="134648"/>
                  <a:pt x="111828" y="136302"/>
                  <a:pt x="110712" y="137625"/>
                </a:cubicBezTo>
                <a:lnTo>
                  <a:pt x="99384" y="150854"/>
                </a:lnTo>
                <a:lnTo>
                  <a:pt x="112200" y="198438"/>
                </a:lnTo>
                <a:lnTo>
                  <a:pt x="112448" y="198438"/>
                </a:lnTo>
                <a:lnTo>
                  <a:pt x="126752" y="141180"/>
                </a:lnTo>
                <a:cubicBezTo>
                  <a:pt x="127661" y="137583"/>
                  <a:pt x="131341" y="135392"/>
                  <a:pt x="134813" y="136715"/>
                </a:cubicBezTo>
                <a:cubicBezTo>
                  <a:pt x="160404" y="146472"/>
                  <a:pt x="178594" y="171276"/>
                  <a:pt x="178594" y="200298"/>
                </a:cubicBezTo>
                <a:cubicBezTo>
                  <a:pt x="178594" y="206540"/>
                  <a:pt x="173509" y="211625"/>
                  <a:pt x="167266" y="211625"/>
                </a:cubicBezTo>
                <a:lnTo>
                  <a:pt x="17942" y="211667"/>
                </a:lnTo>
                <a:cubicBezTo>
                  <a:pt x="11700" y="211667"/>
                  <a:pt x="6615" y="206582"/>
                  <a:pt x="6615" y="200339"/>
                </a:cubicBezTo>
                <a:cubicBezTo>
                  <a:pt x="6615" y="171318"/>
                  <a:pt x="24805" y="146513"/>
                  <a:pt x="50395" y="136757"/>
                </a:cubicBezTo>
                <a:cubicBezTo>
                  <a:pt x="53868" y="135434"/>
                  <a:pt x="57547" y="137625"/>
                  <a:pt x="58456" y="141221"/>
                </a:cubicBezTo>
                <a:lnTo>
                  <a:pt x="72760" y="198479"/>
                </a:lnTo>
                <a:lnTo>
                  <a:pt x="73008" y="198479"/>
                </a:lnTo>
                <a:lnTo>
                  <a:pt x="85824" y="150895"/>
                </a:lnTo>
                <a:lnTo>
                  <a:pt x="74497" y="137666"/>
                </a:lnTo>
                <a:cubicBezTo>
                  <a:pt x="73381" y="136343"/>
                  <a:pt x="72760" y="134689"/>
                  <a:pt x="72760" y="132953"/>
                </a:cubicBezTo>
                <a:cubicBezTo>
                  <a:pt x="72760" y="128943"/>
                  <a:pt x="75985" y="125718"/>
                  <a:pt x="79995" y="125718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228667" y="2977441"/>
            <a:ext cx="1492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 管理员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28667" y="3273774"/>
            <a:ext cx="1460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Access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699500" y="3601858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948208" y="3570108"/>
            <a:ext cx="96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访问全量接口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699500" y="3855858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948208" y="3824108"/>
            <a:ext cx="96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用户管理权限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699500" y="4109858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948208" y="4078108"/>
            <a:ext cx="96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系统配置权限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98417" y="4586108"/>
            <a:ext cx="7122583" cy="1651000"/>
          </a:xfrm>
          <a:custGeom>
            <a:avLst/>
            <a:gdLst/>
            <a:ahLst/>
            <a:cxnLst/>
            <a:rect l="l" t="t" r="r" b="b"/>
            <a:pathLst>
              <a:path w="7122583" h="1651000">
                <a:moveTo>
                  <a:pt x="21167" y="0"/>
                </a:moveTo>
                <a:lnTo>
                  <a:pt x="7037920" y="0"/>
                </a:lnTo>
                <a:cubicBezTo>
                  <a:pt x="7084678" y="0"/>
                  <a:pt x="7122583" y="37905"/>
                  <a:pt x="7122583" y="84663"/>
                </a:cubicBezTo>
                <a:lnTo>
                  <a:pt x="7122583" y="1566337"/>
                </a:lnTo>
                <a:cubicBezTo>
                  <a:pt x="7122583" y="1613095"/>
                  <a:pt x="7084678" y="1651000"/>
                  <a:pt x="7037920" y="1651000"/>
                </a:cubicBezTo>
                <a:lnTo>
                  <a:pt x="21167" y="1651000"/>
                </a:lnTo>
                <a:cubicBezTo>
                  <a:pt x="9477" y="1651000"/>
                  <a:pt x="0" y="1641523"/>
                  <a:pt x="0" y="1629833"/>
                </a:cubicBezTo>
                <a:lnTo>
                  <a:pt x="0" y="21167"/>
                </a:lnTo>
                <a:cubicBezTo>
                  <a:pt x="0" y="9477"/>
                  <a:pt x="9477" y="0"/>
                  <a:pt x="21167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8498417" y="4586108"/>
            <a:ext cx="21167" cy="1651000"/>
          </a:xfrm>
          <a:custGeom>
            <a:avLst/>
            <a:gdLst/>
            <a:ahLst/>
            <a:cxnLst/>
            <a:rect l="l" t="t" r="r" b="b"/>
            <a:pathLst>
              <a:path w="21167" h="1651000">
                <a:moveTo>
                  <a:pt x="21167" y="0"/>
                </a:moveTo>
                <a:lnTo>
                  <a:pt x="21167" y="0"/>
                </a:lnTo>
                <a:lnTo>
                  <a:pt x="21167" y="1651000"/>
                </a:lnTo>
                <a:lnTo>
                  <a:pt x="21167" y="1651000"/>
                </a:lnTo>
                <a:cubicBezTo>
                  <a:pt x="9477" y="1651000"/>
                  <a:pt x="0" y="1641523"/>
                  <a:pt x="0" y="1629833"/>
                </a:cubicBezTo>
                <a:lnTo>
                  <a:pt x="0" y="21167"/>
                </a:lnTo>
                <a:cubicBezTo>
                  <a:pt x="0" y="9477"/>
                  <a:pt x="9477" y="0"/>
                  <a:pt x="2116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678333" y="4797774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797396" y="4903608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92604" y="102526"/>
                </a:moveTo>
                <a:cubicBezTo>
                  <a:pt x="119984" y="102526"/>
                  <a:pt x="142214" y="80297"/>
                  <a:pt x="142214" y="52917"/>
                </a:cubicBezTo>
                <a:cubicBezTo>
                  <a:pt x="142214" y="25537"/>
                  <a:pt x="119984" y="3307"/>
                  <a:pt x="92604" y="3307"/>
                </a:cubicBezTo>
                <a:cubicBezTo>
                  <a:pt x="65224" y="3307"/>
                  <a:pt x="42995" y="25537"/>
                  <a:pt x="42995" y="52917"/>
                </a:cubicBezTo>
                <a:cubicBezTo>
                  <a:pt x="42995" y="80297"/>
                  <a:pt x="65224" y="102526"/>
                  <a:pt x="92604" y="102526"/>
                </a:cubicBezTo>
                <a:close/>
                <a:moveTo>
                  <a:pt x="80326" y="125677"/>
                </a:moveTo>
                <a:cubicBezTo>
                  <a:pt x="39605" y="125677"/>
                  <a:pt x="6615" y="158667"/>
                  <a:pt x="6615" y="199388"/>
                </a:cubicBezTo>
                <a:cubicBezTo>
                  <a:pt x="6615" y="206168"/>
                  <a:pt x="12113" y="211667"/>
                  <a:pt x="18893" y="211667"/>
                </a:cubicBezTo>
                <a:lnTo>
                  <a:pt x="166315" y="211667"/>
                </a:lnTo>
                <a:cubicBezTo>
                  <a:pt x="173095" y="211667"/>
                  <a:pt x="178594" y="206168"/>
                  <a:pt x="178594" y="199388"/>
                </a:cubicBezTo>
                <a:cubicBezTo>
                  <a:pt x="178594" y="158667"/>
                  <a:pt x="145604" y="125677"/>
                  <a:pt x="104882" y="125677"/>
                </a:cubicBezTo>
                <a:lnTo>
                  <a:pt x="80326" y="125677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9228667" y="4755441"/>
            <a:ext cx="1555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普通用户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228667" y="5051774"/>
            <a:ext cx="15240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Access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699500" y="5379858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948208" y="5348108"/>
            <a:ext cx="952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GET全部接口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699500" y="5633858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948208" y="5602108"/>
            <a:ext cx="96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创建分配记录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699500" y="5887858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48328" y="48328"/>
                </a:moveTo>
                <a:cubicBezTo>
                  <a:pt x="51048" y="45608"/>
                  <a:pt x="55447" y="45608"/>
                  <a:pt x="58138" y="48328"/>
                </a:cubicBezTo>
                <a:lnTo>
                  <a:pt x="74054" y="64244"/>
                </a:lnTo>
                <a:lnTo>
                  <a:pt x="89971" y="48328"/>
                </a:lnTo>
                <a:cubicBezTo>
                  <a:pt x="92691" y="45608"/>
                  <a:pt x="97090" y="45608"/>
                  <a:pt x="99781" y="48328"/>
                </a:cubicBezTo>
                <a:cubicBezTo>
                  <a:pt x="102472" y="51048"/>
                  <a:pt x="102501" y="55447"/>
                  <a:pt x="99781" y="58138"/>
                </a:cubicBezTo>
                <a:lnTo>
                  <a:pt x="83865" y="74054"/>
                </a:lnTo>
                <a:lnTo>
                  <a:pt x="99781" y="89971"/>
                </a:lnTo>
                <a:cubicBezTo>
                  <a:pt x="102501" y="92691"/>
                  <a:pt x="102501" y="97090"/>
                  <a:pt x="99781" y="99781"/>
                </a:cubicBezTo>
                <a:cubicBezTo>
                  <a:pt x="97061" y="102472"/>
                  <a:pt x="92662" y="102501"/>
                  <a:pt x="89971" y="99781"/>
                </a:cubicBezTo>
                <a:lnTo>
                  <a:pt x="74054" y="83865"/>
                </a:lnTo>
                <a:lnTo>
                  <a:pt x="58138" y="99781"/>
                </a:lnTo>
                <a:cubicBezTo>
                  <a:pt x="55418" y="102501"/>
                  <a:pt x="51019" y="102501"/>
                  <a:pt x="48328" y="99781"/>
                </a:cubicBezTo>
                <a:cubicBezTo>
                  <a:pt x="45636" y="97061"/>
                  <a:pt x="45608" y="92662"/>
                  <a:pt x="48328" y="89971"/>
                </a:cubicBezTo>
                <a:lnTo>
                  <a:pt x="64244" y="74054"/>
                </a:lnTo>
                <a:lnTo>
                  <a:pt x="48328" y="58138"/>
                </a:lnTo>
                <a:cubicBezTo>
                  <a:pt x="45608" y="55418"/>
                  <a:pt x="45608" y="51019"/>
                  <a:pt x="48328" y="48328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8948208" y="5856108"/>
            <a:ext cx="1090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禁止访问/users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487833" y="6364108"/>
            <a:ext cx="7133167" cy="1471083"/>
          </a:xfrm>
          <a:custGeom>
            <a:avLst/>
            <a:gdLst/>
            <a:ahLst/>
            <a:cxnLst/>
            <a:rect l="l" t="t" r="r" b="b"/>
            <a:pathLst>
              <a:path w="7133167" h="1471083">
                <a:moveTo>
                  <a:pt x="84661" y="0"/>
                </a:moveTo>
                <a:lnTo>
                  <a:pt x="7048506" y="0"/>
                </a:lnTo>
                <a:cubicBezTo>
                  <a:pt x="7095263" y="0"/>
                  <a:pt x="7133167" y="37904"/>
                  <a:pt x="7133167" y="84661"/>
                </a:cubicBezTo>
                <a:lnTo>
                  <a:pt x="7133167" y="1386422"/>
                </a:lnTo>
                <a:cubicBezTo>
                  <a:pt x="7133167" y="1433179"/>
                  <a:pt x="7095263" y="1471083"/>
                  <a:pt x="7048506" y="1471083"/>
                </a:cubicBezTo>
                <a:lnTo>
                  <a:pt x="84661" y="1471083"/>
                </a:lnTo>
                <a:cubicBezTo>
                  <a:pt x="37904" y="1471083"/>
                  <a:pt x="0" y="1433179"/>
                  <a:pt x="0" y="1386422"/>
                </a:cubicBezTo>
                <a:lnTo>
                  <a:pt x="0" y="84661"/>
                </a:lnTo>
                <a:cubicBezTo>
                  <a:pt x="0" y="37935"/>
                  <a:pt x="37935" y="0"/>
                  <a:pt x="84661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8614833" y="6491108"/>
            <a:ext cx="6974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权限注解控制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614833" y="6872108"/>
            <a:ext cx="69532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使用Spring Security的@PreAuthorize注解实现方法级别的权限控制。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614833" y="7197545"/>
            <a:ext cx="6879167" cy="508000"/>
          </a:xfrm>
          <a:custGeom>
            <a:avLst/>
            <a:gdLst/>
            <a:ahLst/>
            <a:cxnLst/>
            <a:rect l="l" t="t" r="r" b="b"/>
            <a:pathLst>
              <a:path w="6879167" h="508000">
                <a:moveTo>
                  <a:pt x="42332" y="0"/>
                </a:moveTo>
                <a:lnTo>
                  <a:pt x="6836835" y="0"/>
                </a:lnTo>
                <a:cubicBezTo>
                  <a:pt x="6860214" y="0"/>
                  <a:pt x="6879167" y="18953"/>
                  <a:pt x="6879167" y="42332"/>
                </a:cubicBezTo>
                <a:lnTo>
                  <a:pt x="6879167" y="465668"/>
                </a:lnTo>
                <a:cubicBezTo>
                  <a:pt x="6879167" y="489047"/>
                  <a:pt x="6860214" y="508000"/>
                  <a:pt x="6836835" y="508000"/>
                </a:cubicBezTo>
                <a:lnTo>
                  <a:pt x="42332" y="508000"/>
                </a:lnTo>
                <a:cubicBezTo>
                  <a:pt x="18953" y="508000"/>
                  <a:pt x="0" y="489047"/>
                  <a:pt x="0" y="465668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8614833" y="7197545"/>
            <a:ext cx="6942667" cy="50800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@PreAuthorize("hasRole('ADMIN')")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ResponseEntity createUser() { }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26861" y="8217073"/>
            <a:ext cx="15405806" cy="515056"/>
          </a:xfrm>
          <a:custGeom>
            <a:avLst/>
            <a:gdLst/>
            <a:ahLst/>
            <a:cxnLst/>
            <a:rect l="l" t="t" r="r" b="b"/>
            <a:pathLst>
              <a:path w="15405806" h="515056">
                <a:moveTo>
                  <a:pt x="84665" y="0"/>
                </a:moveTo>
                <a:lnTo>
                  <a:pt x="15321141" y="0"/>
                </a:lnTo>
                <a:cubicBezTo>
                  <a:pt x="15367900" y="0"/>
                  <a:pt x="15405806" y="37906"/>
                  <a:pt x="15405806" y="84665"/>
                </a:cubicBezTo>
                <a:lnTo>
                  <a:pt x="15405806" y="430391"/>
                </a:lnTo>
                <a:cubicBezTo>
                  <a:pt x="15405806" y="477150"/>
                  <a:pt x="15367900" y="515056"/>
                  <a:pt x="15321141" y="515056"/>
                </a:cubicBezTo>
                <a:lnTo>
                  <a:pt x="84665" y="515056"/>
                </a:lnTo>
                <a:cubicBezTo>
                  <a:pt x="37906" y="515056"/>
                  <a:pt x="0" y="477150"/>
                  <a:pt x="0" y="430391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8467">
            <a:solidFill>
              <a:srgbClr val="4FD1C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583847" y="837935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922514" y="8347604"/>
            <a:ext cx="1947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安全性：</a:t>
            </a:r>
            <a:r>
              <a:rPr lang="en-US" sz="1333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无状态JWT机制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5663517" y="8379354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6025996" y="8347604"/>
            <a:ext cx="1894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灵活性：</a:t>
            </a:r>
            <a:r>
              <a:rPr lang="en-US" sz="1333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RBAC权限模型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0802717" y="837935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/>
          <p:nvPr/>
        </p:nvSpPr>
        <p:spPr>
          <a:xfrm>
            <a:off x="11129478" y="8347604"/>
            <a:ext cx="160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可扩展性：</a:t>
            </a:r>
            <a:r>
              <a:rPr lang="en-US" sz="1333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注解驱动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818" y="435818"/>
            <a:ext cx="1503571" cy="359550"/>
          </a:xfrm>
          <a:custGeom>
            <a:avLst/>
            <a:gdLst/>
            <a:ahLst/>
            <a:cxnLst/>
            <a:rect l="l" t="t" r="r" b="b"/>
            <a:pathLst>
              <a:path w="1503571" h="359550">
                <a:moveTo>
                  <a:pt x="43581" y="0"/>
                </a:moveTo>
                <a:lnTo>
                  <a:pt x="1459990" y="0"/>
                </a:lnTo>
                <a:cubicBezTo>
                  <a:pt x="1484059" y="0"/>
                  <a:pt x="1503571" y="19512"/>
                  <a:pt x="1503571" y="43581"/>
                </a:cubicBezTo>
                <a:lnTo>
                  <a:pt x="1503571" y="315969"/>
                </a:lnTo>
                <a:cubicBezTo>
                  <a:pt x="1503571" y="340038"/>
                  <a:pt x="1484059" y="359550"/>
                  <a:pt x="1459990" y="359550"/>
                </a:cubicBezTo>
                <a:lnTo>
                  <a:pt x="43581" y="359550"/>
                </a:lnTo>
                <a:cubicBezTo>
                  <a:pt x="19512" y="359550"/>
                  <a:pt x="0" y="340038"/>
                  <a:pt x="0" y="315969"/>
                </a:cubicBezTo>
                <a:lnTo>
                  <a:pt x="0" y="43581"/>
                </a:lnTo>
                <a:cubicBezTo>
                  <a:pt x="0" y="19528"/>
                  <a:pt x="19528" y="0"/>
                  <a:pt x="43581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66563" y="493923"/>
            <a:ext cx="1329244" cy="254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kern="0" spc="69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5818" y="886159"/>
            <a:ext cx="15645855" cy="522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118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快速开始与部署方式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5818" y="1496304"/>
            <a:ext cx="15493319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6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三种灵活的部署方案，满足不同场景需求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5818" y="1953912"/>
            <a:ext cx="5044590" cy="4467131"/>
          </a:xfrm>
          <a:custGeom>
            <a:avLst/>
            <a:gdLst/>
            <a:ahLst/>
            <a:cxnLst/>
            <a:rect l="l" t="t" r="r" b="b"/>
            <a:pathLst>
              <a:path w="5044590" h="4467131">
                <a:moveTo>
                  <a:pt x="43582" y="0"/>
                </a:moveTo>
                <a:lnTo>
                  <a:pt x="5001008" y="0"/>
                </a:lnTo>
                <a:cubicBezTo>
                  <a:pt x="5025078" y="0"/>
                  <a:pt x="5044590" y="19512"/>
                  <a:pt x="5044590" y="43582"/>
                </a:cubicBezTo>
                <a:lnTo>
                  <a:pt x="5044590" y="4379978"/>
                </a:lnTo>
                <a:cubicBezTo>
                  <a:pt x="5044590" y="4428111"/>
                  <a:pt x="5005570" y="4467131"/>
                  <a:pt x="4957436" y="4467131"/>
                </a:cubicBezTo>
                <a:lnTo>
                  <a:pt x="87154" y="4467131"/>
                </a:lnTo>
                <a:cubicBezTo>
                  <a:pt x="39020" y="4467131"/>
                  <a:pt x="0" y="4428111"/>
                  <a:pt x="0" y="4379978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35818" y="1953912"/>
            <a:ext cx="5044590" cy="43582"/>
          </a:xfrm>
          <a:custGeom>
            <a:avLst/>
            <a:gdLst/>
            <a:ahLst/>
            <a:cxnLst/>
            <a:rect l="l" t="t" r="r" b="b"/>
            <a:pathLst>
              <a:path w="5044590" h="43582">
                <a:moveTo>
                  <a:pt x="43582" y="0"/>
                </a:moveTo>
                <a:lnTo>
                  <a:pt x="5001008" y="0"/>
                </a:lnTo>
                <a:cubicBezTo>
                  <a:pt x="5025078" y="0"/>
                  <a:pt x="5044590" y="19512"/>
                  <a:pt x="5044590" y="43582"/>
                </a:cubicBezTo>
                <a:lnTo>
                  <a:pt x="5044590" y="43582"/>
                </a:lnTo>
                <a:lnTo>
                  <a:pt x="0" y="43582"/>
                </a:ln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66563" y="2106449"/>
            <a:ext cx="522981" cy="522981"/>
          </a:xfrm>
          <a:custGeom>
            <a:avLst/>
            <a:gdLst/>
            <a:ahLst/>
            <a:cxnLst/>
            <a:rect l="l" t="t" r="r" b="b"/>
            <a:pathLst>
              <a:path w="522981" h="522981">
                <a:moveTo>
                  <a:pt x="87165" y="0"/>
                </a:moveTo>
                <a:lnTo>
                  <a:pt x="435816" y="0"/>
                </a:lnTo>
                <a:cubicBezTo>
                  <a:pt x="483924" y="0"/>
                  <a:pt x="522981" y="39057"/>
                  <a:pt x="522981" y="87165"/>
                </a:cubicBezTo>
                <a:lnTo>
                  <a:pt x="522981" y="435816"/>
                </a:lnTo>
                <a:cubicBezTo>
                  <a:pt x="522981" y="483956"/>
                  <a:pt x="483956" y="522981"/>
                  <a:pt x="435816" y="522981"/>
                </a:cubicBezTo>
                <a:lnTo>
                  <a:pt x="87165" y="522981"/>
                </a:lnTo>
                <a:cubicBezTo>
                  <a:pt x="39025" y="522981"/>
                  <a:pt x="0" y="483956"/>
                  <a:pt x="0" y="435816"/>
                </a:cubicBezTo>
                <a:lnTo>
                  <a:pt x="0" y="87165"/>
                </a:lnTo>
                <a:cubicBezTo>
                  <a:pt x="0" y="39057"/>
                  <a:pt x="39057" y="0"/>
                  <a:pt x="8716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75517" y="2193612"/>
            <a:ext cx="435818" cy="348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9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0290" y="2106449"/>
            <a:ext cx="1416408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脚本一键启动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20290" y="2411521"/>
            <a:ext cx="1383721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Start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563" y="2716593"/>
            <a:ext cx="4783099" cy="784472"/>
          </a:xfrm>
          <a:custGeom>
            <a:avLst/>
            <a:gdLst/>
            <a:ahLst/>
            <a:cxnLst/>
            <a:rect l="l" t="t" r="r" b="b"/>
            <a:pathLst>
              <a:path w="4783099" h="784472">
                <a:moveTo>
                  <a:pt x="87163" y="0"/>
                </a:moveTo>
                <a:lnTo>
                  <a:pt x="4695937" y="0"/>
                </a:lnTo>
                <a:cubicBezTo>
                  <a:pt x="4744075" y="0"/>
                  <a:pt x="4783099" y="39024"/>
                  <a:pt x="4783099" y="87163"/>
                </a:cubicBezTo>
                <a:lnTo>
                  <a:pt x="4783099" y="697309"/>
                </a:lnTo>
                <a:cubicBezTo>
                  <a:pt x="4783099" y="745448"/>
                  <a:pt x="4744075" y="784472"/>
                  <a:pt x="4695937" y="784472"/>
                </a:cubicBezTo>
                <a:lnTo>
                  <a:pt x="87163" y="784472"/>
                </a:lnTo>
                <a:cubicBezTo>
                  <a:pt x="39024" y="784472"/>
                  <a:pt x="0" y="745448"/>
                  <a:pt x="0" y="697309"/>
                </a:cubicBezTo>
                <a:lnTo>
                  <a:pt x="0" y="87163"/>
                </a:lnTo>
                <a:cubicBezTo>
                  <a:pt x="0" y="39056"/>
                  <a:pt x="39056" y="0"/>
                  <a:pt x="8716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75517" y="2847339"/>
            <a:ext cx="174327" cy="174327"/>
          </a:xfrm>
          <a:custGeom>
            <a:avLst/>
            <a:gdLst/>
            <a:ahLst/>
            <a:cxnLst/>
            <a:rect l="l" t="t" r="r" b="b"/>
            <a:pathLst>
              <a:path w="174327" h="174327">
                <a:moveTo>
                  <a:pt x="3201" y="40381"/>
                </a:moveTo>
                <a:cubicBezTo>
                  <a:pt x="-1055" y="36125"/>
                  <a:pt x="-1055" y="29213"/>
                  <a:pt x="3201" y="24957"/>
                </a:cubicBezTo>
                <a:cubicBezTo>
                  <a:pt x="7457" y="20701"/>
                  <a:pt x="14368" y="20701"/>
                  <a:pt x="18624" y="24957"/>
                </a:cubicBezTo>
                <a:lnTo>
                  <a:pt x="73102" y="79435"/>
                </a:lnTo>
                <a:cubicBezTo>
                  <a:pt x="77358" y="83691"/>
                  <a:pt x="77358" y="90602"/>
                  <a:pt x="73102" y="94858"/>
                </a:cubicBezTo>
                <a:lnTo>
                  <a:pt x="18624" y="149336"/>
                </a:lnTo>
                <a:cubicBezTo>
                  <a:pt x="14368" y="153592"/>
                  <a:pt x="7457" y="153592"/>
                  <a:pt x="3201" y="149336"/>
                </a:cubicBezTo>
                <a:cubicBezTo>
                  <a:pt x="-1055" y="145080"/>
                  <a:pt x="-1055" y="138168"/>
                  <a:pt x="3201" y="133912"/>
                </a:cubicBezTo>
                <a:lnTo>
                  <a:pt x="49949" y="87164"/>
                </a:lnTo>
                <a:lnTo>
                  <a:pt x="3201" y="40381"/>
                </a:lnTo>
                <a:close/>
                <a:moveTo>
                  <a:pt x="76268" y="130745"/>
                </a:moveTo>
                <a:lnTo>
                  <a:pt x="163432" y="130745"/>
                </a:lnTo>
                <a:cubicBezTo>
                  <a:pt x="169458" y="130745"/>
                  <a:pt x="174327" y="135614"/>
                  <a:pt x="174327" y="141641"/>
                </a:cubicBezTo>
                <a:cubicBezTo>
                  <a:pt x="174327" y="147667"/>
                  <a:pt x="169458" y="152536"/>
                  <a:pt x="163432" y="152536"/>
                </a:cubicBezTo>
                <a:lnTo>
                  <a:pt x="76268" y="152536"/>
                </a:lnTo>
                <a:cubicBezTo>
                  <a:pt x="70242" y="152536"/>
                  <a:pt x="65373" y="147667"/>
                  <a:pt x="65373" y="141641"/>
                </a:cubicBezTo>
                <a:cubicBezTo>
                  <a:pt x="65373" y="135614"/>
                  <a:pt x="70242" y="130745"/>
                  <a:pt x="76268" y="13074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58799" y="2803757"/>
            <a:ext cx="1133126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赋予执行权限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727" y="3108829"/>
            <a:ext cx="4608772" cy="305072"/>
          </a:xfrm>
          <a:custGeom>
            <a:avLst/>
            <a:gdLst/>
            <a:ahLst/>
            <a:cxnLst/>
            <a:rect l="l" t="t" r="r" b="b"/>
            <a:pathLst>
              <a:path w="4608772" h="305072">
                <a:moveTo>
                  <a:pt x="43583" y="0"/>
                </a:moveTo>
                <a:lnTo>
                  <a:pt x="4565189" y="0"/>
                </a:lnTo>
                <a:cubicBezTo>
                  <a:pt x="4589260" y="0"/>
                  <a:pt x="4608772" y="19513"/>
                  <a:pt x="4608772" y="43583"/>
                </a:cubicBezTo>
                <a:lnTo>
                  <a:pt x="4608772" y="261490"/>
                </a:lnTo>
                <a:cubicBezTo>
                  <a:pt x="4608772" y="285560"/>
                  <a:pt x="4589260" y="305072"/>
                  <a:pt x="4565189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53727" y="3108829"/>
            <a:ext cx="4674145" cy="305072"/>
          </a:xfrm>
          <a:prstGeom prst="rect">
            <a:avLst/>
          </a:prstGeom>
          <a:noFill/>
          <a:ln/>
        </p:spPr>
        <p:txBody>
          <a:bodyPr wrap="square" lIns="65373" tIns="65373" rIns="65373" bIns="65373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chmod +x start.sh stop.sh reset.sh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563" y="3588229"/>
            <a:ext cx="4783099" cy="958799"/>
          </a:xfrm>
          <a:custGeom>
            <a:avLst/>
            <a:gdLst/>
            <a:ahLst/>
            <a:cxnLst/>
            <a:rect l="l" t="t" r="r" b="b"/>
            <a:pathLst>
              <a:path w="4783099" h="958799">
                <a:moveTo>
                  <a:pt x="87164" y="0"/>
                </a:moveTo>
                <a:lnTo>
                  <a:pt x="4695935" y="0"/>
                </a:lnTo>
                <a:cubicBezTo>
                  <a:pt x="4744074" y="0"/>
                  <a:pt x="4783099" y="39025"/>
                  <a:pt x="4783099" y="87164"/>
                </a:cubicBezTo>
                <a:lnTo>
                  <a:pt x="4783099" y="871635"/>
                </a:lnTo>
                <a:cubicBezTo>
                  <a:pt x="4783099" y="919774"/>
                  <a:pt x="4744074" y="958799"/>
                  <a:pt x="4695935" y="958799"/>
                </a:cubicBezTo>
                <a:lnTo>
                  <a:pt x="87164" y="958799"/>
                </a:lnTo>
                <a:cubicBezTo>
                  <a:pt x="39025" y="958799"/>
                  <a:pt x="0" y="919774"/>
                  <a:pt x="0" y="871635"/>
                </a:cubicBezTo>
                <a:lnTo>
                  <a:pt x="0" y="87164"/>
                </a:lnTo>
                <a:cubicBezTo>
                  <a:pt x="0" y="39057"/>
                  <a:pt x="39057" y="0"/>
                  <a:pt x="8716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86413" y="3718974"/>
            <a:ext cx="152536" cy="174327"/>
          </a:xfrm>
          <a:custGeom>
            <a:avLst/>
            <a:gdLst/>
            <a:ahLst/>
            <a:cxnLst/>
            <a:rect l="l" t="t" r="r" b="b"/>
            <a:pathLst>
              <a:path w="152536" h="174327">
                <a:moveTo>
                  <a:pt x="31052" y="12564"/>
                </a:moveTo>
                <a:cubicBezTo>
                  <a:pt x="26830" y="10249"/>
                  <a:pt x="21723" y="10351"/>
                  <a:pt x="17569" y="12802"/>
                </a:cubicBezTo>
                <a:cubicBezTo>
                  <a:pt x="13415" y="15254"/>
                  <a:pt x="10895" y="19714"/>
                  <a:pt x="10895" y="24515"/>
                </a:cubicBezTo>
                <a:lnTo>
                  <a:pt x="10895" y="149812"/>
                </a:lnTo>
                <a:cubicBezTo>
                  <a:pt x="10895" y="154613"/>
                  <a:pt x="13449" y="159073"/>
                  <a:pt x="17569" y="161525"/>
                </a:cubicBezTo>
                <a:cubicBezTo>
                  <a:pt x="21689" y="163976"/>
                  <a:pt x="26830" y="164079"/>
                  <a:pt x="31052" y="161763"/>
                </a:cubicBezTo>
                <a:lnTo>
                  <a:pt x="145454" y="99114"/>
                </a:lnTo>
                <a:cubicBezTo>
                  <a:pt x="149812" y="96731"/>
                  <a:pt x="152536" y="92135"/>
                  <a:pt x="152536" y="87164"/>
                </a:cubicBezTo>
                <a:cubicBezTo>
                  <a:pt x="152536" y="82192"/>
                  <a:pt x="149812" y="77596"/>
                  <a:pt x="145454" y="75213"/>
                </a:cubicBezTo>
                <a:lnTo>
                  <a:pt x="31052" y="12564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58799" y="3675392"/>
            <a:ext cx="784472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启动应用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3727" y="3980465"/>
            <a:ext cx="4608772" cy="305072"/>
          </a:xfrm>
          <a:custGeom>
            <a:avLst/>
            <a:gdLst/>
            <a:ahLst/>
            <a:cxnLst/>
            <a:rect l="l" t="t" r="r" b="b"/>
            <a:pathLst>
              <a:path w="4608772" h="305072">
                <a:moveTo>
                  <a:pt x="43583" y="0"/>
                </a:moveTo>
                <a:lnTo>
                  <a:pt x="4565189" y="0"/>
                </a:lnTo>
                <a:cubicBezTo>
                  <a:pt x="4589260" y="0"/>
                  <a:pt x="4608772" y="19513"/>
                  <a:pt x="4608772" y="43583"/>
                </a:cubicBezTo>
                <a:lnTo>
                  <a:pt x="4608772" y="261490"/>
                </a:lnTo>
                <a:cubicBezTo>
                  <a:pt x="4608772" y="285560"/>
                  <a:pt x="4589260" y="305072"/>
                  <a:pt x="4565189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3727" y="3980465"/>
            <a:ext cx="4674145" cy="305072"/>
          </a:xfrm>
          <a:prstGeom prst="rect">
            <a:avLst/>
          </a:prstGeom>
          <a:noFill/>
          <a:ln/>
        </p:spPr>
        <p:txBody>
          <a:bodyPr wrap="square" lIns="65373" tIns="65373" rIns="65373" bIns="65373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./start.sh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27" y="4285537"/>
            <a:ext cx="4674145" cy="17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拉起MySQL并执行Maven运行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6563" y="4634191"/>
            <a:ext cx="4783099" cy="784472"/>
          </a:xfrm>
          <a:custGeom>
            <a:avLst/>
            <a:gdLst/>
            <a:ahLst/>
            <a:cxnLst/>
            <a:rect l="l" t="t" r="r" b="b"/>
            <a:pathLst>
              <a:path w="4783099" h="784472">
                <a:moveTo>
                  <a:pt x="87163" y="0"/>
                </a:moveTo>
                <a:lnTo>
                  <a:pt x="4695937" y="0"/>
                </a:lnTo>
                <a:cubicBezTo>
                  <a:pt x="4744075" y="0"/>
                  <a:pt x="4783099" y="39024"/>
                  <a:pt x="4783099" y="87163"/>
                </a:cubicBezTo>
                <a:lnTo>
                  <a:pt x="4783099" y="697309"/>
                </a:lnTo>
                <a:cubicBezTo>
                  <a:pt x="4783099" y="745448"/>
                  <a:pt x="4744075" y="784472"/>
                  <a:pt x="4695937" y="784472"/>
                </a:cubicBezTo>
                <a:lnTo>
                  <a:pt x="87163" y="784472"/>
                </a:lnTo>
                <a:cubicBezTo>
                  <a:pt x="39024" y="784472"/>
                  <a:pt x="0" y="745448"/>
                  <a:pt x="0" y="697309"/>
                </a:cubicBezTo>
                <a:lnTo>
                  <a:pt x="0" y="87163"/>
                </a:lnTo>
                <a:cubicBezTo>
                  <a:pt x="0" y="39056"/>
                  <a:pt x="39056" y="0"/>
                  <a:pt x="8716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86413" y="4764937"/>
            <a:ext cx="152536" cy="174327"/>
          </a:xfrm>
          <a:custGeom>
            <a:avLst/>
            <a:gdLst/>
            <a:ahLst/>
            <a:cxnLst/>
            <a:rect l="l" t="t" r="r" b="b"/>
            <a:pathLst>
              <a:path w="152536" h="174327">
                <a:moveTo>
                  <a:pt x="21791" y="10895"/>
                </a:moveTo>
                <a:lnTo>
                  <a:pt x="130745" y="10895"/>
                </a:lnTo>
                <a:cubicBezTo>
                  <a:pt x="142764" y="10895"/>
                  <a:pt x="152536" y="20667"/>
                  <a:pt x="152536" y="32686"/>
                </a:cubicBezTo>
                <a:lnTo>
                  <a:pt x="152536" y="141641"/>
                </a:lnTo>
                <a:cubicBezTo>
                  <a:pt x="152536" y="153660"/>
                  <a:pt x="142764" y="163432"/>
                  <a:pt x="130745" y="163432"/>
                </a:cubicBezTo>
                <a:lnTo>
                  <a:pt x="21791" y="163432"/>
                </a:lnTo>
                <a:cubicBezTo>
                  <a:pt x="9772" y="163432"/>
                  <a:pt x="0" y="153660"/>
                  <a:pt x="0" y="141641"/>
                </a:cubicBezTo>
                <a:lnTo>
                  <a:pt x="0" y="32686"/>
                </a:lnTo>
                <a:cubicBezTo>
                  <a:pt x="0" y="20667"/>
                  <a:pt x="9772" y="10895"/>
                  <a:pt x="21791" y="1089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58799" y="4721355"/>
            <a:ext cx="784472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停止服务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3727" y="5026427"/>
            <a:ext cx="4608772" cy="305072"/>
          </a:xfrm>
          <a:custGeom>
            <a:avLst/>
            <a:gdLst/>
            <a:ahLst/>
            <a:cxnLst/>
            <a:rect l="l" t="t" r="r" b="b"/>
            <a:pathLst>
              <a:path w="4608772" h="305072">
                <a:moveTo>
                  <a:pt x="43583" y="0"/>
                </a:moveTo>
                <a:lnTo>
                  <a:pt x="4565189" y="0"/>
                </a:lnTo>
                <a:cubicBezTo>
                  <a:pt x="4589260" y="0"/>
                  <a:pt x="4608772" y="19513"/>
                  <a:pt x="4608772" y="43583"/>
                </a:cubicBezTo>
                <a:lnTo>
                  <a:pt x="4608772" y="261490"/>
                </a:lnTo>
                <a:cubicBezTo>
                  <a:pt x="4608772" y="285560"/>
                  <a:pt x="4589260" y="305072"/>
                  <a:pt x="4565189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53727" y="5026427"/>
            <a:ext cx="4674145" cy="305072"/>
          </a:xfrm>
          <a:prstGeom prst="rect">
            <a:avLst/>
          </a:prstGeom>
          <a:noFill/>
          <a:ln/>
        </p:spPr>
        <p:txBody>
          <a:bodyPr wrap="square" lIns="65373" tIns="65373" rIns="65373" bIns="65373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./stop.sh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6563" y="5505827"/>
            <a:ext cx="4783099" cy="784472"/>
          </a:xfrm>
          <a:custGeom>
            <a:avLst/>
            <a:gdLst/>
            <a:ahLst/>
            <a:cxnLst/>
            <a:rect l="l" t="t" r="r" b="b"/>
            <a:pathLst>
              <a:path w="4783099" h="784472">
                <a:moveTo>
                  <a:pt x="87163" y="0"/>
                </a:moveTo>
                <a:lnTo>
                  <a:pt x="4695937" y="0"/>
                </a:lnTo>
                <a:cubicBezTo>
                  <a:pt x="4744075" y="0"/>
                  <a:pt x="4783099" y="39024"/>
                  <a:pt x="4783099" y="87163"/>
                </a:cubicBezTo>
                <a:lnTo>
                  <a:pt x="4783099" y="697309"/>
                </a:lnTo>
                <a:cubicBezTo>
                  <a:pt x="4783099" y="745448"/>
                  <a:pt x="4744075" y="784472"/>
                  <a:pt x="4695937" y="784472"/>
                </a:cubicBezTo>
                <a:lnTo>
                  <a:pt x="87163" y="784472"/>
                </a:lnTo>
                <a:cubicBezTo>
                  <a:pt x="39024" y="784472"/>
                  <a:pt x="0" y="745448"/>
                  <a:pt x="0" y="697309"/>
                </a:cubicBezTo>
                <a:lnTo>
                  <a:pt x="0" y="87163"/>
                </a:lnTo>
                <a:cubicBezTo>
                  <a:pt x="0" y="39056"/>
                  <a:pt x="39056" y="0"/>
                  <a:pt x="8716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75517" y="5636572"/>
            <a:ext cx="174327" cy="174327"/>
          </a:xfrm>
          <a:custGeom>
            <a:avLst/>
            <a:gdLst/>
            <a:ahLst/>
            <a:cxnLst/>
            <a:rect l="l" t="t" r="r" b="b"/>
            <a:pathLst>
              <a:path w="174327" h="174327">
                <a:moveTo>
                  <a:pt x="148689" y="25434"/>
                </a:moveTo>
                <a:lnTo>
                  <a:pt x="152536" y="29077"/>
                </a:lnTo>
                <a:lnTo>
                  <a:pt x="152536" y="10895"/>
                </a:lnTo>
                <a:cubicBezTo>
                  <a:pt x="152536" y="4869"/>
                  <a:pt x="157405" y="0"/>
                  <a:pt x="163432" y="0"/>
                </a:cubicBezTo>
                <a:cubicBezTo>
                  <a:pt x="169458" y="0"/>
                  <a:pt x="174327" y="4869"/>
                  <a:pt x="174327" y="10895"/>
                </a:cubicBezTo>
                <a:lnTo>
                  <a:pt x="174327" y="54477"/>
                </a:lnTo>
                <a:cubicBezTo>
                  <a:pt x="174327" y="60504"/>
                  <a:pt x="169458" y="65373"/>
                  <a:pt x="163432" y="65373"/>
                </a:cubicBezTo>
                <a:lnTo>
                  <a:pt x="119850" y="65373"/>
                </a:lnTo>
                <a:cubicBezTo>
                  <a:pt x="113823" y="65373"/>
                  <a:pt x="108954" y="60504"/>
                  <a:pt x="108954" y="54477"/>
                </a:cubicBezTo>
                <a:cubicBezTo>
                  <a:pt x="108954" y="48451"/>
                  <a:pt x="113823" y="43582"/>
                  <a:pt x="119850" y="43582"/>
                </a:cubicBezTo>
                <a:lnTo>
                  <a:pt x="136159" y="43582"/>
                </a:lnTo>
                <a:lnTo>
                  <a:pt x="133571" y="41130"/>
                </a:lnTo>
                <a:cubicBezTo>
                  <a:pt x="133503" y="41062"/>
                  <a:pt x="133435" y="40994"/>
                  <a:pt x="133367" y="40926"/>
                </a:cubicBezTo>
                <a:cubicBezTo>
                  <a:pt x="107831" y="15390"/>
                  <a:pt x="66462" y="15390"/>
                  <a:pt x="40926" y="40926"/>
                </a:cubicBezTo>
                <a:cubicBezTo>
                  <a:pt x="15390" y="66462"/>
                  <a:pt x="15390" y="107831"/>
                  <a:pt x="40926" y="133367"/>
                </a:cubicBezTo>
                <a:cubicBezTo>
                  <a:pt x="66462" y="158903"/>
                  <a:pt x="107831" y="158903"/>
                  <a:pt x="133367" y="133367"/>
                </a:cubicBezTo>
                <a:cubicBezTo>
                  <a:pt x="136159" y="130575"/>
                  <a:pt x="138645" y="127613"/>
                  <a:pt x="140824" y="124480"/>
                </a:cubicBezTo>
                <a:cubicBezTo>
                  <a:pt x="144262" y="119543"/>
                  <a:pt x="151072" y="118352"/>
                  <a:pt x="156009" y="121791"/>
                </a:cubicBezTo>
                <a:cubicBezTo>
                  <a:pt x="160946" y="125229"/>
                  <a:pt x="162138" y="132039"/>
                  <a:pt x="158699" y="136976"/>
                </a:cubicBezTo>
                <a:cubicBezTo>
                  <a:pt x="155805" y="141130"/>
                  <a:pt x="152502" y="145080"/>
                  <a:pt x="148791" y="148791"/>
                </a:cubicBezTo>
                <a:cubicBezTo>
                  <a:pt x="114743" y="182839"/>
                  <a:pt x="59550" y="182839"/>
                  <a:pt x="25536" y="148791"/>
                </a:cubicBezTo>
                <a:cubicBezTo>
                  <a:pt x="-8478" y="114743"/>
                  <a:pt x="-8512" y="59584"/>
                  <a:pt x="25536" y="25536"/>
                </a:cubicBezTo>
                <a:cubicBezTo>
                  <a:pt x="59550" y="-8478"/>
                  <a:pt x="114640" y="-8512"/>
                  <a:pt x="148689" y="2543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58799" y="5592990"/>
            <a:ext cx="958799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重置数据库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3727" y="5898063"/>
            <a:ext cx="4608772" cy="305072"/>
          </a:xfrm>
          <a:custGeom>
            <a:avLst/>
            <a:gdLst/>
            <a:ahLst/>
            <a:cxnLst/>
            <a:rect l="l" t="t" r="r" b="b"/>
            <a:pathLst>
              <a:path w="4608772" h="305072">
                <a:moveTo>
                  <a:pt x="43583" y="0"/>
                </a:moveTo>
                <a:lnTo>
                  <a:pt x="4565189" y="0"/>
                </a:lnTo>
                <a:cubicBezTo>
                  <a:pt x="4589260" y="0"/>
                  <a:pt x="4608772" y="19513"/>
                  <a:pt x="4608772" y="43583"/>
                </a:cubicBezTo>
                <a:lnTo>
                  <a:pt x="4608772" y="261490"/>
                </a:lnTo>
                <a:cubicBezTo>
                  <a:pt x="4608772" y="285560"/>
                  <a:pt x="4589260" y="305072"/>
                  <a:pt x="4565189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53727" y="5898063"/>
            <a:ext cx="4674145" cy="305072"/>
          </a:xfrm>
          <a:prstGeom prst="rect">
            <a:avLst/>
          </a:prstGeom>
          <a:noFill/>
          <a:ln/>
        </p:spPr>
        <p:txBody>
          <a:bodyPr wrap="square" lIns="65373" tIns="65373" rIns="65373" bIns="65373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./reset.sh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605819" y="1953912"/>
            <a:ext cx="5044590" cy="4467131"/>
          </a:xfrm>
          <a:custGeom>
            <a:avLst/>
            <a:gdLst/>
            <a:ahLst/>
            <a:cxnLst/>
            <a:rect l="l" t="t" r="r" b="b"/>
            <a:pathLst>
              <a:path w="5044590" h="4467131">
                <a:moveTo>
                  <a:pt x="43582" y="0"/>
                </a:moveTo>
                <a:lnTo>
                  <a:pt x="5001008" y="0"/>
                </a:lnTo>
                <a:cubicBezTo>
                  <a:pt x="5025078" y="0"/>
                  <a:pt x="5044590" y="19512"/>
                  <a:pt x="5044590" y="43582"/>
                </a:cubicBezTo>
                <a:lnTo>
                  <a:pt x="5044590" y="4379978"/>
                </a:lnTo>
                <a:cubicBezTo>
                  <a:pt x="5044590" y="4428111"/>
                  <a:pt x="5005570" y="4467131"/>
                  <a:pt x="4957436" y="4467131"/>
                </a:cubicBezTo>
                <a:lnTo>
                  <a:pt x="87154" y="4467131"/>
                </a:lnTo>
                <a:cubicBezTo>
                  <a:pt x="39020" y="4467131"/>
                  <a:pt x="0" y="4428111"/>
                  <a:pt x="0" y="4379978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605819" y="1953912"/>
            <a:ext cx="5044590" cy="43582"/>
          </a:xfrm>
          <a:custGeom>
            <a:avLst/>
            <a:gdLst/>
            <a:ahLst/>
            <a:cxnLst/>
            <a:rect l="l" t="t" r="r" b="b"/>
            <a:pathLst>
              <a:path w="5044590" h="43582">
                <a:moveTo>
                  <a:pt x="43582" y="0"/>
                </a:moveTo>
                <a:lnTo>
                  <a:pt x="5001008" y="0"/>
                </a:lnTo>
                <a:cubicBezTo>
                  <a:pt x="5025078" y="0"/>
                  <a:pt x="5044590" y="19512"/>
                  <a:pt x="5044590" y="43582"/>
                </a:cubicBezTo>
                <a:lnTo>
                  <a:pt x="5044590" y="43582"/>
                </a:lnTo>
                <a:lnTo>
                  <a:pt x="0" y="43582"/>
                </a:ln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736564" y="2106449"/>
            <a:ext cx="522981" cy="522981"/>
          </a:xfrm>
          <a:custGeom>
            <a:avLst/>
            <a:gdLst/>
            <a:ahLst/>
            <a:cxnLst/>
            <a:rect l="l" t="t" r="r" b="b"/>
            <a:pathLst>
              <a:path w="522981" h="522981">
                <a:moveTo>
                  <a:pt x="87165" y="0"/>
                </a:moveTo>
                <a:lnTo>
                  <a:pt x="435816" y="0"/>
                </a:lnTo>
                <a:cubicBezTo>
                  <a:pt x="483924" y="0"/>
                  <a:pt x="522981" y="39057"/>
                  <a:pt x="522981" y="87165"/>
                </a:cubicBezTo>
                <a:lnTo>
                  <a:pt x="522981" y="435816"/>
                </a:lnTo>
                <a:cubicBezTo>
                  <a:pt x="522981" y="483956"/>
                  <a:pt x="483956" y="522981"/>
                  <a:pt x="435816" y="522981"/>
                </a:cubicBezTo>
                <a:lnTo>
                  <a:pt x="87165" y="522981"/>
                </a:lnTo>
                <a:cubicBezTo>
                  <a:pt x="39025" y="522981"/>
                  <a:pt x="0" y="483956"/>
                  <a:pt x="0" y="435816"/>
                </a:cubicBezTo>
                <a:lnTo>
                  <a:pt x="0" y="87165"/>
                </a:lnTo>
                <a:cubicBezTo>
                  <a:pt x="0" y="39057"/>
                  <a:pt x="39057" y="0"/>
                  <a:pt x="8716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845519" y="2193612"/>
            <a:ext cx="435818" cy="348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9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90291" y="2106449"/>
            <a:ext cx="1252976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Docker启动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90291" y="2411521"/>
            <a:ext cx="1220290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Containerized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736564" y="2716593"/>
            <a:ext cx="4783099" cy="958799"/>
          </a:xfrm>
          <a:custGeom>
            <a:avLst/>
            <a:gdLst/>
            <a:ahLst/>
            <a:cxnLst/>
            <a:rect l="l" t="t" r="r" b="b"/>
            <a:pathLst>
              <a:path w="4783099" h="958799">
                <a:moveTo>
                  <a:pt x="87164" y="0"/>
                </a:moveTo>
                <a:lnTo>
                  <a:pt x="4695935" y="0"/>
                </a:lnTo>
                <a:cubicBezTo>
                  <a:pt x="4744074" y="0"/>
                  <a:pt x="4783099" y="39025"/>
                  <a:pt x="4783099" y="87164"/>
                </a:cubicBezTo>
                <a:lnTo>
                  <a:pt x="4783099" y="871635"/>
                </a:lnTo>
                <a:cubicBezTo>
                  <a:pt x="4783099" y="919774"/>
                  <a:pt x="4744074" y="958799"/>
                  <a:pt x="4695935" y="958799"/>
                </a:cubicBezTo>
                <a:lnTo>
                  <a:pt x="87164" y="958799"/>
                </a:lnTo>
                <a:cubicBezTo>
                  <a:pt x="39025" y="958799"/>
                  <a:pt x="0" y="919774"/>
                  <a:pt x="0" y="871635"/>
                </a:cubicBezTo>
                <a:lnTo>
                  <a:pt x="0" y="87164"/>
                </a:lnTo>
                <a:cubicBezTo>
                  <a:pt x="0" y="39057"/>
                  <a:pt x="39057" y="0"/>
                  <a:pt x="8716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856414" y="2847339"/>
            <a:ext cx="152536" cy="174327"/>
          </a:xfrm>
          <a:custGeom>
            <a:avLst/>
            <a:gdLst/>
            <a:ahLst/>
            <a:cxnLst/>
            <a:rect l="l" t="t" r="r" b="b"/>
            <a:pathLst>
              <a:path w="152536" h="174327">
                <a:moveTo>
                  <a:pt x="152536" y="70071"/>
                </a:moveTo>
                <a:cubicBezTo>
                  <a:pt x="147497" y="73408"/>
                  <a:pt x="141709" y="76098"/>
                  <a:pt x="135682" y="78243"/>
                </a:cubicBezTo>
                <a:cubicBezTo>
                  <a:pt x="119680" y="83963"/>
                  <a:pt x="98672" y="87164"/>
                  <a:pt x="76268" y="87164"/>
                </a:cubicBezTo>
                <a:cubicBezTo>
                  <a:pt x="53864" y="87164"/>
                  <a:pt x="32823" y="83929"/>
                  <a:pt x="16854" y="78243"/>
                </a:cubicBezTo>
                <a:cubicBezTo>
                  <a:pt x="10861" y="76098"/>
                  <a:pt x="5039" y="73408"/>
                  <a:pt x="0" y="70071"/>
                </a:cubicBezTo>
                <a:lnTo>
                  <a:pt x="0" y="98059"/>
                </a:lnTo>
                <a:cubicBezTo>
                  <a:pt x="0" y="113108"/>
                  <a:pt x="34150" y="125298"/>
                  <a:pt x="76268" y="125298"/>
                </a:cubicBezTo>
                <a:cubicBezTo>
                  <a:pt x="118386" y="125298"/>
                  <a:pt x="152536" y="113108"/>
                  <a:pt x="152536" y="98059"/>
                </a:cubicBezTo>
                <a:lnTo>
                  <a:pt x="152536" y="70071"/>
                </a:lnTo>
                <a:close/>
                <a:moveTo>
                  <a:pt x="152536" y="43582"/>
                </a:moveTo>
                <a:lnTo>
                  <a:pt x="152536" y="27239"/>
                </a:lnTo>
                <a:cubicBezTo>
                  <a:pt x="152536" y="12189"/>
                  <a:pt x="118386" y="0"/>
                  <a:pt x="76268" y="0"/>
                </a:cubicBezTo>
                <a:cubicBezTo>
                  <a:pt x="34150" y="0"/>
                  <a:pt x="0" y="12189"/>
                  <a:pt x="0" y="27239"/>
                </a:cubicBezTo>
                <a:lnTo>
                  <a:pt x="0" y="43582"/>
                </a:lnTo>
                <a:cubicBezTo>
                  <a:pt x="0" y="58631"/>
                  <a:pt x="34150" y="70820"/>
                  <a:pt x="76268" y="70820"/>
                </a:cubicBezTo>
                <a:cubicBezTo>
                  <a:pt x="118386" y="70820"/>
                  <a:pt x="152536" y="58631"/>
                  <a:pt x="152536" y="43582"/>
                </a:cubicBezTo>
                <a:close/>
                <a:moveTo>
                  <a:pt x="135682" y="132720"/>
                </a:moveTo>
                <a:cubicBezTo>
                  <a:pt x="119714" y="138406"/>
                  <a:pt x="98706" y="141641"/>
                  <a:pt x="76268" y="141641"/>
                </a:cubicBezTo>
                <a:cubicBezTo>
                  <a:pt x="53830" y="141641"/>
                  <a:pt x="32823" y="138406"/>
                  <a:pt x="16854" y="132720"/>
                </a:cubicBezTo>
                <a:cubicBezTo>
                  <a:pt x="10861" y="130575"/>
                  <a:pt x="5039" y="127885"/>
                  <a:pt x="0" y="124549"/>
                </a:cubicBezTo>
                <a:lnTo>
                  <a:pt x="0" y="147088"/>
                </a:lnTo>
                <a:cubicBezTo>
                  <a:pt x="0" y="162138"/>
                  <a:pt x="34150" y="174327"/>
                  <a:pt x="76268" y="174327"/>
                </a:cubicBezTo>
                <a:cubicBezTo>
                  <a:pt x="118386" y="174327"/>
                  <a:pt x="152536" y="162138"/>
                  <a:pt x="152536" y="147088"/>
                </a:cubicBezTo>
                <a:lnTo>
                  <a:pt x="152536" y="124549"/>
                </a:lnTo>
                <a:cubicBezTo>
                  <a:pt x="147497" y="127885"/>
                  <a:pt x="141709" y="130575"/>
                  <a:pt x="135682" y="13272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128800" y="2803757"/>
            <a:ext cx="1013276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启动MySQL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23728" y="3108829"/>
            <a:ext cx="4608772" cy="305072"/>
          </a:xfrm>
          <a:custGeom>
            <a:avLst/>
            <a:gdLst/>
            <a:ahLst/>
            <a:cxnLst/>
            <a:rect l="l" t="t" r="r" b="b"/>
            <a:pathLst>
              <a:path w="4608772" h="305072">
                <a:moveTo>
                  <a:pt x="43583" y="0"/>
                </a:moveTo>
                <a:lnTo>
                  <a:pt x="4565189" y="0"/>
                </a:lnTo>
                <a:cubicBezTo>
                  <a:pt x="4589260" y="0"/>
                  <a:pt x="4608772" y="19513"/>
                  <a:pt x="4608772" y="43583"/>
                </a:cubicBezTo>
                <a:lnTo>
                  <a:pt x="4608772" y="261490"/>
                </a:lnTo>
                <a:cubicBezTo>
                  <a:pt x="4608772" y="285560"/>
                  <a:pt x="4589260" y="305072"/>
                  <a:pt x="4565189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5823728" y="3108829"/>
            <a:ext cx="4674145" cy="305072"/>
          </a:xfrm>
          <a:prstGeom prst="rect">
            <a:avLst/>
          </a:prstGeom>
          <a:noFill/>
          <a:ln/>
        </p:spPr>
        <p:txBody>
          <a:bodyPr wrap="square" lIns="65373" tIns="65373" rIns="65373" bIns="65373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docker-compose up -d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823728" y="3413902"/>
            <a:ext cx="4674145" cy="17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端口3307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736564" y="3762556"/>
            <a:ext cx="4783099" cy="784472"/>
          </a:xfrm>
          <a:custGeom>
            <a:avLst/>
            <a:gdLst/>
            <a:ahLst/>
            <a:cxnLst/>
            <a:rect l="l" t="t" r="r" b="b"/>
            <a:pathLst>
              <a:path w="4783099" h="784472">
                <a:moveTo>
                  <a:pt x="87163" y="0"/>
                </a:moveTo>
                <a:lnTo>
                  <a:pt x="4695937" y="0"/>
                </a:lnTo>
                <a:cubicBezTo>
                  <a:pt x="4744075" y="0"/>
                  <a:pt x="4783099" y="39024"/>
                  <a:pt x="4783099" y="87163"/>
                </a:cubicBezTo>
                <a:lnTo>
                  <a:pt x="4783099" y="697309"/>
                </a:lnTo>
                <a:cubicBezTo>
                  <a:pt x="4783099" y="745448"/>
                  <a:pt x="4744075" y="784472"/>
                  <a:pt x="4695937" y="784472"/>
                </a:cubicBezTo>
                <a:lnTo>
                  <a:pt x="87163" y="784472"/>
                </a:lnTo>
                <a:cubicBezTo>
                  <a:pt x="39024" y="784472"/>
                  <a:pt x="0" y="745448"/>
                  <a:pt x="0" y="697309"/>
                </a:cubicBezTo>
                <a:lnTo>
                  <a:pt x="0" y="87163"/>
                </a:lnTo>
                <a:cubicBezTo>
                  <a:pt x="0" y="39056"/>
                  <a:pt x="39056" y="0"/>
                  <a:pt x="8716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5856414" y="3893301"/>
            <a:ext cx="152536" cy="174327"/>
          </a:xfrm>
          <a:custGeom>
            <a:avLst/>
            <a:gdLst/>
            <a:ahLst/>
            <a:cxnLst/>
            <a:rect l="l" t="t" r="r" b="b"/>
            <a:pathLst>
              <a:path w="152536" h="174327">
                <a:moveTo>
                  <a:pt x="21791" y="10895"/>
                </a:moveTo>
                <a:cubicBezTo>
                  <a:pt x="9772" y="10895"/>
                  <a:pt x="0" y="20667"/>
                  <a:pt x="0" y="32686"/>
                </a:cubicBezTo>
                <a:lnTo>
                  <a:pt x="0" y="54477"/>
                </a:lnTo>
                <a:cubicBezTo>
                  <a:pt x="0" y="66496"/>
                  <a:pt x="9772" y="76268"/>
                  <a:pt x="21791" y="76268"/>
                </a:cubicBezTo>
                <a:lnTo>
                  <a:pt x="130745" y="76268"/>
                </a:lnTo>
                <a:cubicBezTo>
                  <a:pt x="142764" y="76268"/>
                  <a:pt x="152536" y="66496"/>
                  <a:pt x="152536" y="54477"/>
                </a:cubicBezTo>
                <a:lnTo>
                  <a:pt x="152536" y="32686"/>
                </a:lnTo>
                <a:cubicBezTo>
                  <a:pt x="152536" y="20667"/>
                  <a:pt x="142764" y="10895"/>
                  <a:pt x="130745" y="10895"/>
                </a:cubicBezTo>
                <a:lnTo>
                  <a:pt x="21791" y="10895"/>
                </a:lnTo>
                <a:close/>
                <a:moveTo>
                  <a:pt x="95335" y="35410"/>
                </a:moveTo>
                <a:cubicBezTo>
                  <a:pt x="99845" y="35410"/>
                  <a:pt x="103507" y="39072"/>
                  <a:pt x="103507" y="43582"/>
                </a:cubicBezTo>
                <a:cubicBezTo>
                  <a:pt x="103507" y="48092"/>
                  <a:pt x="99845" y="51753"/>
                  <a:pt x="95335" y="51753"/>
                </a:cubicBezTo>
                <a:cubicBezTo>
                  <a:pt x="90825" y="51753"/>
                  <a:pt x="87164" y="48092"/>
                  <a:pt x="87164" y="43582"/>
                </a:cubicBezTo>
                <a:cubicBezTo>
                  <a:pt x="87164" y="39072"/>
                  <a:pt x="90825" y="35410"/>
                  <a:pt x="95335" y="35410"/>
                </a:cubicBezTo>
                <a:close/>
                <a:moveTo>
                  <a:pt x="114402" y="43582"/>
                </a:moveTo>
                <a:cubicBezTo>
                  <a:pt x="114402" y="39072"/>
                  <a:pt x="118064" y="35410"/>
                  <a:pt x="122574" y="35410"/>
                </a:cubicBezTo>
                <a:cubicBezTo>
                  <a:pt x="127084" y="35410"/>
                  <a:pt x="130745" y="39072"/>
                  <a:pt x="130745" y="43582"/>
                </a:cubicBezTo>
                <a:cubicBezTo>
                  <a:pt x="130745" y="48092"/>
                  <a:pt x="127084" y="51753"/>
                  <a:pt x="122574" y="51753"/>
                </a:cubicBezTo>
                <a:cubicBezTo>
                  <a:pt x="118064" y="51753"/>
                  <a:pt x="114402" y="48092"/>
                  <a:pt x="114402" y="43582"/>
                </a:cubicBezTo>
                <a:close/>
                <a:moveTo>
                  <a:pt x="21791" y="98059"/>
                </a:moveTo>
                <a:cubicBezTo>
                  <a:pt x="9772" y="98059"/>
                  <a:pt x="0" y="107831"/>
                  <a:pt x="0" y="119850"/>
                </a:cubicBezTo>
                <a:lnTo>
                  <a:pt x="0" y="141641"/>
                </a:lnTo>
                <a:cubicBezTo>
                  <a:pt x="0" y="153660"/>
                  <a:pt x="9772" y="163432"/>
                  <a:pt x="21791" y="163432"/>
                </a:cubicBezTo>
                <a:lnTo>
                  <a:pt x="130745" y="163432"/>
                </a:lnTo>
                <a:cubicBezTo>
                  <a:pt x="142764" y="163432"/>
                  <a:pt x="152536" y="153660"/>
                  <a:pt x="152536" y="141641"/>
                </a:cubicBezTo>
                <a:lnTo>
                  <a:pt x="152536" y="119850"/>
                </a:lnTo>
                <a:cubicBezTo>
                  <a:pt x="152536" y="107831"/>
                  <a:pt x="142764" y="98059"/>
                  <a:pt x="130745" y="98059"/>
                </a:cubicBezTo>
                <a:lnTo>
                  <a:pt x="21791" y="98059"/>
                </a:lnTo>
                <a:close/>
                <a:moveTo>
                  <a:pt x="95335" y="122574"/>
                </a:moveTo>
                <a:cubicBezTo>
                  <a:pt x="99845" y="122574"/>
                  <a:pt x="103507" y="126235"/>
                  <a:pt x="103507" y="130745"/>
                </a:cubicBezTo>
                <a:cubicBezTo>
                  <a:pt x="103507" y="135255"/>
                  <a:pt x="99845" y="138917"/>
                  <a:pt x="95335" y="138917"/>
                </a:cubicBezTo>
                <a:cubicBezTo>
                  <a:pt x="90825" y="138917"/>
                  <a:pt x="87164" y="135255"/>
                  <a:pt x="87164" y="130745"/>
                </a:cubicBezTo>
                <a:cubicBezTo>
                  <a:pt x="87164" y="126235"/>
                  <a:pt x="90825" y="122574"/>
                  <a:pt x="95335" y="122574"/>
                </a:cubicBezTo>
                <a:close/>
                <a:moveTo>
                  <a:pt x="114402" y="130745"/>
                </a:moveTo>
                <a:cubicBezTo>
                  <a:pt x="114402" y="126235"/>
                  <a:pt x="118064" y="122574"/>
                  <a:pt x="122574" y="122574"/>
                </a:cubicBezTo>
                <a:cubicBezTo>
                  <a:pt x="127084" y="122574"/>
                  <a:pt x="130745" y="126235"/>
                  <a:pt x="130745" y="130745"/>
                </a:cubicBezTo>
                <a:cubicBezTo>
                  <a:pt x="130745" y="135255"/>
                  <a:pt x="127084" y="138917"/>
                  <a:pt x="122574" y="138917"/>
                </a:cubicBezTo>
                <a:cubicBezTo>
                  <a:pt x="118064" y="138917"/>
                  <a:pt x="114402" y="135255"/>
                  <a:pt x="114402" y="13074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128800" y="3849719"/>
            <a:ext cx="784472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启动后端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823728" y="4154792"/>
            <a:ext cx="4608772" cy="305072"/>
          </a:xfrm>
          <a:custGeom>
            <a:avLst/>
            <a:gdLst/>
            <a:ahLst/>
            <a:cxnLst/>
            <a:rect l="l" t="t" r="r" b="b"/>
            <a:pathLst>
              <a:path w="4608772" h="305072">
                <a:moveTo>
                  <a:pt x="43583" y="0"/>
                </a:moveTo>
                <a:lnTo>
                  <a:pt x="4565189" y="0"/>
                </a:lnTo>
                <a:cubicBezTo>
                  <a:pt x="4589260" y="0"/>
                  <a:pt x="4608772" y="19513"/>
                  <a:pt x="4608772" y="43583"/>
                </a:cubicBezTo>
                <a:lnTo>
                  <a:pt x="4608772" y="261490"/>
                </a:lnTo>
                <a:cubicBezTo>
                  <a:pt x="4608772" y="285560"/>
                  <a:pt x="4589260" y="305072"/>
                  <a:pt x="4565189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5823728" y="4154792"/>
            <a:ext cx="4674145" cy="305072"/>
          </a:xfrm>
          <a:prstGeom prst="rect">
            <a:avLst/>
          </a:prstGeom>
          <a:noFill/>
          <a:ln/>
        </p:spPr>
        <p:txBody>
          <a:bodyPr wrap="square" lIns="65373" tIns="65373" rIns="65373" bIns="65373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mvn spring-boot:run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736564" y="4634191"/>
            <a:ext cx="4783099" cy="784472"/>
          </a:xfrm>
          <a:custGeom>
            <a:avLst/>
            <a:gdLst/>
            <a:ahLst/>
            <a:cxnLst/>
            <a:rect l="l" t="t" r="r" b="b"/>
            <a:pathLst>
              <a:path w="4783099" h="784472">
                <a:moveTo>
                  <a:pt x="87163" y="0"/>
                </a:moveTo>
                <a:lnTo>
                  <a:pt x="4695937" y="0"/>
                </a:lnTo>
                <a:cubicBezTo>
                  <a:pt x="4744075" y="0"/>
                  <a:pt x="4783099" y="39024"/>
                  <a:pt x="4783099" y="87163"/>
                </a:cubicBezTo>
                <a:lnTo>
                  <a:pt x="4783099" y="697309"/>
                </a:lnTo>
                <a:cubicBezTo>
                  <a:pt x="4783099" y="745448"/>
                  <a:pt x="4744075" y="784472"/>
                  <a:pt x="4695937" y="784472"/>
                </a:cubicBezTo>
                <a:lnTo>
                  <a:pt x="87163" y="784472"/>
                </a:lnTo>
                <a:cubicBezTo>
                  <a:pt x="39024" y="784472"/>
                  <a:pt x="0" y="745448"/>
                  <a:pt x="0" y="697309"/>
                </a:cubicBezTo>
                <a:lnTo>
                  <a:pt x="0" y="87163"/>
                </a:lnTo>
                <a:cubicBezTo>
                  <a:pt x="0" y="39056"/>
                  <a:pt x="39056" y="0"/>
                  <a:pt x="8716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5845519" y="4764937"/>
            <a:ext cx="174327" cy="174327"/>
          </a:xfrm>
          <a:custGeom>
            <a:avLst/>
            <a:gdLst/>
            <a:ahLst/>
            <a:cxnLst/>
            <a:rect l="l" t="t" r="r" b="b"/>
            <a:pathLst>
              <a:path w="174327" h="174327">
                <a:moveTo>
                  <a:pt x="119816" y="95335"/>
                </a:moveTo>
                <a:lnTo>
                  <a:pt x="54818" y="95335"/>
                </a:lnTo>
                <a:cubicBezTo>
                  <a:pt x="55805" y="117296"/>
                  <a:pt x="60674" y="137521"/>
                  <a:pt x="67586" y="152332"/>
                </a:cubicBezTo>
                <a:cubicBezTo>
                  <a:pt x="71467" y="160674"/>
                  <a:pt x="75655" y="166564"/>
                  <a:pt x="79537" y="170173"/>
                </a:cubicBezTo>
                <a:cubicBezTo>
                  <a:pt x="83350" y="173748"/>
                  <a:pt x="85972" y="174327"/>
                  <a:pt x="87334" y="174327"/>
                </a:cubicBezTo>
                <a:cubicBezTo>
                  <a:pt x="88696" y="174327"/>
                  <a:pt x="91317" y="173748"/>
                  <a:pt x="95131" y="170173"/>
                </a:cubicBezTo>
                <a:cubicBezTo>
                  <a:pt x="99012" y="166564"/>
                  <a:pt x="103200" y="160640"/>
                  <a:pt x="107082" y="152332"/>
                </a:cubicBezTo>
                <a:cubicBezTo>
                  <a:pt x="113994" y="137521"/>
                  <a:pt x="118862" y="117296"/>
                  <a:pt x="119850" y="95335"/>
                </a:cubicBezTo>
                <a:close/>
                <a:moveTo>
                  <a:pt x="54784" y="78992"/>
                </a:moveTo>
                <a:lnTo>
                  <a:pt x="119782" y="78992"/>
                </a:lnTo>
                <a:cubicBezTo>
                  <a:pt x="118828" y="57031"/>
                  <a:pt x="113960" y="36806"/>
                  <a:pt x="107048" y="21995"/>
                </a:cubicBezTo>
                <a:cubicBezTo>
                  <a:pt x="103166" y="13687"/>
                  <a:pt x="98978" y="7763"/>
                  <a:pt x="95097" y="4154"/>
                </a:cubicBezTo>
                <a:cubicBezTo>
                  <a:pt x="91283" y="579"/>
                  <a:pt x="88662" y="0"/>
                  <a:pt x="87300" y="0"/>
                </a:cubicBezTo>
                <a:cubicBezTo>
                  <a:pt x="85938" y="0"/>
                  <a:pt x="83316" y="579"/>
                  <a:pt x="79503" y="4154"/>
                </a:cubicBezTo>
                <a:cubicBezTo>
                  <a:pt x="75621" y="7763"/>
                  <a:pt x="71433" y="13687"/>
                  <a:pt x="67552" y="21995"/>
                </a:cubicBezTo>
                <a:cubicBezTo>
                  <a:pt x="60640" y="36806"/>
                  <a:pt x="55771" y="57031"/>
                  <a:pt x="54784" y="78992"/>
                </a:cubicBezTo>
                <a:close/>
                <a:moveTo>
                  <a:pt x="38440" y="78992"/>
                </a:moveTo>
                <a:cubicBezTo>
                  <a:pt x="39632" y="49847"/>
                  <a:pt x="47157" y="22778"/>
                  <a:pt x="58154" y="5005"/>
                </a:cubicBezTo>
                <a:cubicBezTo>
                  <a:pt x="26796" y="16105"/>
                  <a:pt x="3711" y="44671"/>
                  <a:pt x="511" y="78992"/>
                </a:cubicBezTo>
                <a:lnTo>
                  <a:pt x="38440" y="78992"/>
                </a:lnTo>
                <a:close/>
                <a:moveTo>
                  <a:pt x="511" y="95335"/>
                </a:moveTo>
                <a:cubicBezTo>
                  <a:pt x="3711" y="129656"/>
                  <a:pt x="26796" y="158222"/>
                  <a:pt x="58154" y="169322"/>
                </a:cubicBezTo>
                <a:cubicBezTo>
                  <a:pt x="47157" y="151549"/>
                  <a:pt x="39632" y="124480"/>
                  <a:pt x="38440" y="95335"/>
                </a:cubicBezTo>
                <a:lnTo>
                  <a:pt x="511" y="95335"/>
                </a:lnTo>
                <a:close/>
                <a:moveTo>
                  <a:pt x="136159" y="95335"/>
                </a:moveTo>
                <a:cubicBezTo>
                  <a:pt x="134967" y="124480"/>
                  <a:pt x="127443" y="151549"/>
                  <a:pt x="116445" y="169322"/>
                </a:cubicBezTo>
                <a:cubicBezTo>
                  <a:pt x="147803" y="158188"/>
                  <a:pt x="170888" y="129656"/>
                  <a:pt x="174089" y="95335"/>
                </a:cubicBezTo>
                <a:lnTo>
                  <a:pt x="136159" y="95335"/>
                </a:lnTo>
                <a:close/>
                <a:moveTo>
                  <a:pt x="174089" y="78992"/>
                </a:moveTo>
                <a:cubicBezTo>
                  <a:pt x="170888" y="44671"/>
                  <a:pt x="147803" y="16105"/>
                  <a:pt x="116445" y="5005"/>
                </a:cubicBezTo>
                <a:cubicBezTo>
                  <a:pt x="127443" y="22778"/>
                  <a:pt x="134967" y="49847"/>
                  <a:pt x="136159" y="78992"/>
                </a:cubicBezTo>
                <a:lnTo>
                  <a:pt x="174089" y="78992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128800" y="4721355"/>
            <a:ext cx="784472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访问前端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823728" y="5026427"/>
            <a:ext cx="4608772" cy="305072"/>
          </a:xfrm>
          <a:custGeom>
            <a:avLst/>
            <a:gdLst/>
            <a:ahLst/>
            <a:cxnLst/>
            <a:rect l="l" t="t" r="r" b="b"/>
            <a:pathLst>
              <a:path w="4608772" h="305072">
                <a:moveTo>
                  <a:pt x="43583" y="0"/>
                </a:moveTo>
                <a:lnTo>
                  <a:pt x="4565189" y="0"/>
                </a:lnTo>
                <a:cubicBezTo>
                  <a:pt x="4589260" y="0"/>
                  <a:pt x="4608772" y="19513"/>
                  <a:pt x="4608772" y="43583"/>
                </a:cubicBezTo>
                <a:lnTo>
                  <a:pt x="4608772" y="261490"/>
                </a:lnTo>
                <a:cubicBezTo>
                  <a:pt x="4608772" y="285560"/>
                  <a:pt x="4589260" y="305072"/>
                  <a:pt x="4565189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5823728" y="5026427"/>
            <a:ext cx="4674145" cy="305072"/>
          </a:xfrm>
          <a:prstGeom prst="rect">
            <a:avLst/>
          </a:prstGeom>
          <a:noFill/>
          <a:ln/>
        </p:spPr>
        <p:txBody>
          <a:bodyPr wrap="square" lIns="65373" tIns="65373" rIns="65373" bIns="65373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4FD1C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http://localhost:8080/api/index.html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775933" y="1953912"/>
            <a:ext cx="5044590" cy="4467131"/>
          </a:xfrm>
          <a:custGeom>
            <a:avLst/>
            <a:gdLst/>
            <a:ahLst/>
            <a:cxnLst/>
            <a:rect l="l" t="t" r="r" b="b"/>
            <a:pathLst>
              <a:path w="5044590" h="4467131">
                <a:moveTo>
                  <a:pt x="43582" y="0"/>
                </a:moveTo>
                <a:lnTo>
                  <a:pt x="5001008" y="0"/>
                </a:lnTo>
                <a:cubicBezTo>
                  <a:pt x="5025078" y="0"/>
                  <a:pt x="5044590" y="19512"/>
                  <a:pt x="5044590" y="43582"/>
                </a:cubicBezTo>
                <a:lnTo>
                  <a:pt x="5044590" y="4379978"/>
                </a:lnTo>
                <a:cubicBezTo>
                  <a:pt x="5044590" y="4428111"/>
                  <a:pt x="5005570" y="4467131"/>
                  <a:pt x="4957436" y="4467131"/>
                </a:cubicBezTo>
                <a:lnTo>
                  <a:pt x="87154" y="4467131"/>
                </a:lnTo>
                <a:cubicBezTo>
                  <a:pt x="39020" y="4467131"/>
                  <a:pt x="0" y="4428111"/>
                  <a:pt x="0" y="4379978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10775933" y="1953912"/>
            <a:ext cx="5044590" cy="43582"/>
          </a:xfrm>
          <a:custGeom>
            <a:avLst/>
            <a:gdLst/>
            <a:ahLst/>
            <a:cxnLst/>
            <a:rect l="l" t="t" r="r" b="b"/>
            <a:pathLst>
              <a:path w="5044590" h="43582">
                <a:moveTo>
                  <a:pt x="43582" y="0"/>
                </a:moveTo>
                <a:lnTo>
                  <a:pt x="5001008" y="0"/>
                </a:lnTo>
                <a:cubicBezTo>
                  <a:pt x="5025078" y="0"/>
                  <a:pt x="5044590" y="19512"/>
                  <a:pt x="5044590" y="43582"/>
                </a:cubicBezTo>
                <a:lnTo>
                  <a:pt x="5044590" y="43582"/>
                </a:lnTo>
                <a:lnTo>
                  <a:pt x="0" y="43582"/>
                </a:ln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0906678" y="2106449"/>
            <a:ext cx="522981" cy="522981"/>
          </a:xfrm>
          <a:custGeom>
            <a:avLst/>
            <a:gdLst/>
            <a:ahLst/>
            <a:cxnLst/>
            <a:rect l="l" t="t" r="r" b="b"/>
            <a:pathLst>
              <a:path w="522981" h="522981">
                <a:moveTo>
                  <a:pt x="87165" y="0"/>
                </a:moveTo>
                <a:lnTo>
                  <a:pt x="435816" y="0"/>
                </a:lnTo>
                <a:cubicBezTo>
                  <a:pt x="483924" y="0"/>
                  <a:pt x="522981" y="39057"/>
                  <a:pt x="522981" y="87165"/>
                </a:cubicBezTo>
                <a:lnTo>
                  <a:pt x="522981" y="435816"/>
                </a:lnTo>
                <a:cubicBezTo>
                  <a:pt x="522981" y="483956"/>
                  <a:pt x="483956" y="522981"/>
                  <a:pt x="435816" y="522981"/>
                </a:cubicBezTo>
                <a:lnTo>
                  <a:pt x="87165" y="522981"/>
                </a:lnTo>
                <a:cubicBezTo>
                  <a:pt x="39025" y="522981"/>
                  <a:pt x="0" y="483956"/>
                  <a:pt x="0" y="435816"/>
                </a:cubicBezTo>
                <a:lnTo>
                  <a:pt x="0" y="87165"/>
                </a:lnTo>
                <a:cubicBezTo>
                  <a:pt x="0" y="39057"/>
                  <a:pt x="39057" y="0"/>
                  <a:pt x="8716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1015633" y="2193612"/>
            <a:ext cx="435818" cy="348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9" b="1" dirty="0">
                <a:solidFill>
                  <a:srgbClr val="4FD1C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560405" y="2106449"/>
            <a:ext cx="1263871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本地MySQL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560405" y="2411521"/>
            <a:ext cx="1231185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Database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906678" y="2716593"/>
            <a:ext cx="4783099" cy="784472"/>
          </a:xfrm>
          <a:custGeom>
            <a:avLst/>
            <a:gdLst/>
            <a:ahLst/>
            <a:cxnLst/>
            <a:rect l="l" t="t" r="r" b="b"/>
            <a:pathLst>
              <a:path w="4783099" h="784472">
                <a:moveTo>
                  <a:pt x="87163" y="0"/>
                </a:moveTo>
                <a:lnTo>
                  <a:pt x="4695937" y="0"/>
                </a:lnTo>
                <a:cubicBezTo>
                  <a:pt x="4744075" y="0"/>
                  <a:pt x="4783099" y="39024"/>
                  <a:pt x="4783099" y="87163"/>
                </a:cubicBezTo>
                <a:lnTo>
                  <a:pt x="4783099" y="697309"/>
                </a:lnTo>
                <a:cubicBezTo>
                  <a:pt x="4783099" y="745448"/>
                  <a:pt x="4744075" y="784472"/>
                  <a:pt x="4695937" y="784472"/>
                </a:cubicBezTo>
                <a:lnTo>
                  <a:pt x="87163" y="784472"/>
                </a:lnTo>
                <a:cubicBezTo>
                  <a:pt x="39024" y="784472"/>
                  <a:pt x="0" y="745448"/>
                  <a:pt x="0" y="697309"/>
                </a:cubicBezTo>
                <a:lnTo>
                  <a:pt x="0" y="87163"/>
                </a:lnTo>
                <a:cubicBezTo>
                  <a:pt x="0" y="39056"/>
                  <a:pt x="39056" y="0"/>
                  <a:pt x="8716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11015633" y="2847339"/>
            <a:ext cx="174327" cy="174327"/>
          </a:xfrm>
          <a:custGeom>
            <a:avLst/>
            <a:gdLst/>
            <a:ahLst/>
            <a:cxnLst/>
            <a:rect l="l" t="t" r="r" b="b"/>
            <a:pathLst>
              <a:path w="174327" h="174327">
                <a:moveTo>
                  <a:pt x="66428" y="3235"/>
                </a:moveTo>
                <a:cubicBezTo>
                  <a:pt x="67450" y="-1805"/>
                  <a:pt x="71910" y="-5448"/>
                  <a:pt x="77085" y="-5448"/>
                </a:cubicBezTo>
                <a:lnTo>
                  <a:pt x="97446" y="-5448"/>
                </a:lnTo>
                <a:cubicBezTo>
                  <a:pt x="102621" y="-5448"/>
                  <a:pt x="107082" y="-1805"/>
                  <a:pt x="108103" y="3235"/>
                </a:cubicBezTo>
                <a:lnTo>
                  <a:pt x="113040" y="27068"/>
                </a:lnTo>
                <a:cubicBezTo>
                  <a:pt x="117841" y="29111"/>
                  <a:pt x="122335" y="31733"/>
                  <a:pt x="126421" y="34831"/>
                </a:cubicBezTo>
                <a:lnTo>
                  <a:pt x="149506" y="27171"/>
                </a:lnTo>
                <a:cubicBezTo>
                  <a:pt x="154409" y="25536"/>
                  <a:pt x="159788" y="27579"/>
                  <a:pt x="162376" y="32073"/>
                </a:cubicBezTo>
                <a:lnTo>
                  <a:pt x="172557" y="49710"/>
                </a:lnTo>
                <a:cubicBezTo>
                  <a:pt x="175144" y="54205"/>
                  <a:pt x="174225" y="59857"/>
                  <a:pt x="170343" y="63296"/>
                </a:cubicBezTo>
                <a:lnTo>
                  <a:pt x="152196" y="79435"/>
                </a:lnTo>
                <a:cubicBezTo>
                  <a:pt x="152502" y="81954"/>
                  <a:pt x="152638" y="84542"/>
                  <a:pt x="152638" y="87164"/>
                </a:cubicBezTo>
                <a:cubicBezTo>
                  <a:pt x="152638" y="89785"/>
                  <a:pt x="152468" y="92373"/>
                  <a:pt x="152196" y="94892"/>
                </a:cubicBezTo>
                <a:lnTo>
                  <a:pt x="170377" y="111065"/>
                </a:lnTo>
                <a:cubicBezTo>
                  <a:pt x="174259" y="114504"/>
                  <a:pt x="175144" y="120190"/>
                  <a:pt x="172591" y="124651"/>
                </a:cubicBezTo>
                <a:lnTo>
                  <a:pt x="162410" y="142288"/>
                </a:lnTo>
                <a:cubicBezTo>
                  <a:pt x="159823" y="146748"/>
                  <a:pt x="154443" y="148825"/>
                  <a:pt x="149540" y="147191"/>
                </a:cubicBezTo>
                <a:lnTo>
                  <a:pt x="126455" y="139530"/>
                </a:lnTo>
                <a:cubicBezTo>
                  <a:pt x="122335" y="142628"/>
                  <a:pt x="117841" y="145216"/>
                  <a:pt x="113074" y="147293"/>
                </a:cubicBezTo>
                <a:lnTo>
                  <a:pt x="108171" y="171092"/>
                </a:lnTo>
                <a:cubicBezTo>
                  <a:pt x="107116" y="176166"/>
                  <a:pt x="102655" y="179775"/>
                  <a:pt x="97514" y="179775"/>
                </a:cubicBezTo>
                <a:lnTo>
                  <a:pt x="77153" y="179775"/>
                </a:lnTo>
                <a:cubicBezTo>
                  <a:pt x="71978" y="179775"/>
                  <a:pt x="67518" y="176132"/>
                  <a:pt x="66496" y="171092"/>
                </a:cubicBezTo>
                <a:lnTo>
                  <a:pt x="61593" y="147293"/>
                </a:lnTo>
                <a:cubicBezTo>
                  <a:pt x="56792" y="145250"/>
                  <a:pt x="52332" y="142628"/>
                  <a:pt x="48212" y="139530"/>
                </a:cubicBezTo>
                <a:lnTo>
                  <a:pt x="25025" y="147191"/>
                </a:lnTo>
                <a:cubicBezTo>
                  <a:pt x="20123" y="148825"/>
                  <a:pt x="14743" y="146782"/>
                  <a:pt x="12155" y="142288"/>
                </a:cubicBezTo>
                <a:lnTo>
                  <a:pt x="1975" y="124651"/>
                </a:lnTo>
                <a:cubicBezTo>
                  <a:pt x="-613" y="120156"/>
                  <a:pt x="306" y="114504"/>
                  <a:pt x="4188" y="111065"/>
                </a:cubicBezTo>
                <a:lnTo>
                  <a:pt x="22370" y="94892"/>
                </a:lnTo>
                <a:cubicBezTo>
                  <a:pt x="22063" y="92373"/>
                  <a:pt x="21927" y="89785"/>
                  <a:pt x="21927" y="87164"/>
                </a:cubicBezTo>
                <a:cubicBezTo>
                  <a:pt x="21927" y="84542"/>
                  <a:pt x="22097" y="81954"/>
                  <a:pt x="22370" y="79435"/>
                </a:cubicBezTo>
                <a:lnTo>
                  <a:pt x="4188" y="63262"/>
                </a:lnTo>
                <a:cubicBezTo>
                  <a:pt x="306" y="59823"/>
                  <a:pt x="-579" y="54137"/>
                  <a:pt x="1975" y="49676"/>
                </a:cubicBezTo>
                <a:lnTo>
                  <a:pt x="12155" y="32039"/>
                </a:lnTo>
                <a:cubicBezTo>
                  <a:pt x="14743" y="27545"/>
                  <a:pt x="20123" y="25502"/>
                  <a:pt x="25025" y="27136"/>
                </a:cubicBezTo>
                <a:lnTo>
                  <a:pt x="48110" y="34797"/>
                </a:lnTo>
                <a:cubicBezTo>
                  <a:pt x="52230" y="31699"/>
                  <a:pt x="56724" y="29111"/>
                  <a:pt x="61491" y="27034"/>
                </a:cubicBezTo>
                <a:lnTo>
                  <a:pt x="66428" y="3235"/>
                </a:lnTo>
                <a:close/>
                <a:moveTo>
                  <a:pt x="87266" y="114402"/>
                </a:moveTo>
                <a:cubicBezTo>
                  <a:pt x="96997" y="114366"/>
                  <a:pt x="105970" y="109140"/>
                  <a:pt x="110804" y="100694"/>
                </a:cubicBezTo>
                <a:cubicBezTo>
                  <a:pt x="115638" y="92248"/>
                  <a:pt x="115599" y="81865"/>
                  <a:pt x="110702" y="73456"/>
                </a:cubicBezTo>
                <a:cubicBezTo>
                  <a:pt x="105804" y="65046"/>
                  <a:pt x="96793" y="59888"/>
                  <a:pt x="87061" y="59925"/>
                </a:cubicBezTo>
                <a:cubicBezTo>
                  <a:pt x="77330" y="59961"/>
                  <a:pt x="68357" y="65187"/>
                  <a:pt x="63523" y="73633"/>
                </a:cubicBezTo>
                <a:cubicBezTo>
                  <a:pt x="58689" y="82079"/>
                  <a:pt x="58728" y="92462"/>
                  <a:pt x="63625" y="100871"/>
                </a:cubicBezTo>
                <a:cubicBezTo>
                  <a:pt x="68523" y="109281"/>
                  <a:pt x="77534" y="114439"/>
                  <a:pt x="87266" y="114402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11298914" y="2803757"/>
            <a:ext cx="958799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创建数据库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0993842" y="3108829"/>
            <a:ext cx="4608772" cy="305072"/>
          </a:xfrm>
          <a:custGeom>
            <a:avLst/>
            <a:gdLst/>
            <a:ahLst/>
            <a:cxnLst/>
            <a:rect l="l" t="t" r="r" b="b"/>
            <a:pathLst>
              <a:path w="4608772" h="305072">
                <a:moveTo>
                  <a:pt x="43583" y="0"/>
                </a:moveTo>
                <a:lnTo>
                  <a:pt x="4565189" y="0"/>
                </a:lnTo>
                <a:cubicBezTo>
                  <a:pt x="4589260" y="0"/>
                  <a:pt x="4608772" y="19513"/>
                  <a:pt x="4608772" y="43583"/>
                </a:cubicBezTo>
                <a:lnTo>
                  <a:pt x="4608772" y="261490"/>
                </a:lnTo>
                <a:cubicBezTo>
                  <a:pt x="4608772" y="285560"/>
                  <a:pt x="4589260" y="305072"/>
                  <a:pt x="4565189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10993842" y="3108829"/>
            <a:ext cx="4674145" cy="305072"/>
          </a:xfrm>
          <a:prstGeom prst="rect">
            <a:avLst/>
          </a:prstGeom>
          <a:noFill/>
          <a:ln/>
        </p:spPr>
        <p:txBody>
          <a:bodyPr wrap="square" lIns="65373" tIns="65373" rIns="65373" bIns="65373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DATABASE asset_management ...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0906678" y="3588229"/>
            <a:ext cx="4783099" cy="784472"/>
          </a:xfrm>
          <a:custGeom>
            <a:avLst/>
            <a:gdLst/>
            <a:ahLst/>
            <a:cxnLst/>
            <a:rect l="l" t="t" r="r" b="b"/>
            <a:pathLst>
              <a:path w="4783099" h="784472">
                <a:moveTo>
                  <a:pt x="87163" y="0"/>
                </a:moveTo>
                <a:lnTo>
                  <a:pt x="4695937" y="0"/>
                </a:lnTo>
                <a:cubicBezTo>
                  <a:pt x="4744075" y="0"/>
                  <a:pt x="4783099" y="39024"/>
                  <a:pt x="4783099" y="87163"/>
                </a:cubicBezTo>
                <a:lnTo>
                  <a:pt x="4783099" y="697309"/>
                </a:lnTo>
                <a:cubicBezTo>
                  <a:pt x="4783099" y="745448"/>
                  <a:pt x="4744075" y="784472"/>
                  <a:pt x="4695937" y="784472"/>
                </a:cubicBezTo>
                <a:lnTo>
                  <a:pt x="87163" y="784472"/>
                </a:lnTo>
                <a:cubicBezTo>
                  <a:pt x="39024" y="784472"/>
                  <a:pt x="0" y="745448"/>
                  <a:pt x="0" y="697309"/>
                </a:cubicBezTo>
                <a:lnTo>
                  <a:pt x="0" y="87163"/>
                </a:lnTo>
                <a:cubicBezTo>
                  <a:pt x="0" y="39056"/>
                  <a:pt x="39056" y="0"/>
                  <a:pt x="8716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11037424" y="3718974"/>
            <a:ext cx="130745" cy="174327"/>
          </a:xfrm>
          <a:custGeom>
            <a:avLst/>
            <a:gdLst/>
            <a:ahLst/>
            <a:cxnLst/>
            <a:rect l="l" t="t" r="r" b="b"/>
            <a:pathLst>
              <a:path w="130745" h="174327">
                <a:moveTo>
                  <a:pt x="21791" y="0"/>
                </a:moveTo>
                <a:cubicBezTo>
                  <a:pt x="9772" y="0"/>
                  <a:pt x="0" y="9772"/>
                  <a:pt x="0" y="21791"/>
                </a:cubicBezTo>
                <a:lnTo>
                  <a:pt x="0" y="103507"/>
                </a:lnTo>
                <a:lnTo>
                  <a:pt x="62002" y="103507"/>
                </a:lnTo>
                <a:lnTo>
                  <a:pt x="51447" y="92952"/>
                </a:lnTo>
                <a:cubicBezTo>
                  <a:pt x="48246" y="89751"/>
                  <a:pt x="48246" y="84576"/>
                  <a:pt x="51447" y="81409"/>
                </a:cubicBezTo>
                <a:cubicBezTo>
                  <a:pt x="54647" y="78243"/>
                  <a:pt x="59823" y="78209"/>
                  <a:pt x="62989" y="81409"/>
                </a:cubicBezTo>
                <a:lnTo>
                  <a:pt x="87504" y="105924"/>
                </a:lnTo>
                <a:cubicBezTo>
                  <a:pt x="90705" y="109125"/>
                  <a:pt x="90705" y="114300"/>
                  <a:pt x="87504" y="117466"/>
                </a:cubicBezTo>
                <a:lnTo>
                  <a:pt x="62989" y="141981"/>
                </a:lnTo>
                <a:cubicBezTo>
                  <a:pt x="59789" y="145182"/>
                  <a:pt x="54613" y="145182"/>
                  <a:pt x="51447" y="141981"/>
                </a:cubicBezTo>
                <a:cubicBezTo>
                  <a:pt x="48280" y="138781"/>
                  <a:pt x="48246" y="133605"/>
                  <a:pt x="51447" y="130439"/>
                </a:cubicBezTo>
                <a:lnTo>
                  <a:pt x="62002" y="119884"/>
                </a:lnTo>
                <a:lnTo>
                  <a:pt x="0" y="119884"/>
                </a:lnTo>
                <a:lnTo>
                  <a:pt x="0" y="152570"/>
                </a:lnTo>
                <a:cubicBezTo>
                  <a:pt x="0" y="164589"/>
                  <a:pt x="9772" y="174361"/>
                  <a:pt x="21791" y="174361"/>
                </a:cubicBezTo>
                <a:lnTo>
                  <a:pt x="108954" y="174361"/>
                </a:lnTo>
                <a:cubicBezTo>
                  <a:pt x="120973" y="174361"/>
                  <a:pt x="130745" y="164589"/>
                  <a:pt x="130745" y="152570"/>
                </a:cubicBezTo>
                <a:lnTo>
                  <a:pt x="130745" y="58086"/>
                </a:lnTo>
                <a:cubicBezTo>
                  <a:pt x="130745" y="52298"/>
                  <a:pt x="128464" y="46748"/>
                  <a:pt x="124378" y="42662"/>
                </a:cubicBezTo>
                <a:lnTo>
                  <a:pt x="88083" y="6367"/>
                </a:lnTo>
                <a:cubicBezTo>
                  <a:pt x="83997" y="2281"/>
                  <a:pt x="78481" y="0"/>
                  <a:pt x="72693" y="0"/>
                </a:cubicBezTo>
                <a:lnTo>
                  <a:pt x="21791" y="0"/>
                </a:lnTo>
                <a:close/>
                <a:moveTo>
                  <a:pt x="110827" y="59925"/>
                </a:moveTo>
                <a:lnTo>
                  <a:pt x="78992" y="59925"/>
                </a:lnTo>
                <a:cubicBezTo>
                  <a:pt x="74464" y="59925"/>
                  <a:pt x="70820" y="56282"/>
                  <a:pt x="70820" y="51753"/>
                </a:cubicBezTo>
                <a:lnTo>
                  <a:pt x="70820" y="19918"/>
                </a:lnTo>
                <a:lnTo>
                  <a:pt x="110827" y="59925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11298914" y="3675392"/>
            <a:ext cx="1252976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初始化Schema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0993842" y="3980465"/>
            <a:ext cx="4608772" cy="305072"/>
          </a:xfrm>
          <a:custGeom>
            <a:avLst/>
            <a:gdLst/>
            <a:ahLst/>
            <a:cxnLst/>
            <a:rect l="l" t="t" r="r" b="b"/>
            <a:pathLst>
              <a:path w="4608772" h="305072">
                <a:moveTo>
                  <a:pt x="43583" y="0"/>
                </a:moveTo>
                <a:lnTo>
                  <a:pt x="4565189" y="0"/>
                </a:lnTo>
                <a:cubicBezTo>
                  <a:pt x="4589260" y="0"/>
                  <a:pt x="4608772" y="19513"/>
                  <a:pt x="4608772" y="43583"/>
                </a:cubicBezTo>
                <a:lnTo>
                  <a:pt x="4608772" y="261490"/>
                </a:lnTo>
                <a:cubicBezTo>
                  <a:pt x="4608772" y="285560"/>
                  <a:pt x="4589260" y="305072"/>
                  <a:pt x="4565189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10993842" y="3980465"/>
            <a:ext cx="4674145" cy="305072"/>
          </a:xfrm>
          <a:prstGeom prst="rect">
            <a:avLst/>
          </a:prstGeom>
          <a:noFill/>
          <a:ln/>
        </p:spPr>
        <p:txBody>
          <a:bodyPr wrap="square" lIns="65373" tIns="65373" rIns="65373" bIns="65373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mysql ... &lt; schema.sql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0906678" y="4459864"/>
            <a:ext cx="4783099" cy="653727"/>
          </a:xfrm>
          <a:custGeom>
            <a:avLst/>
            <a:gdLst/>
            <a:ahLst/>
            <a:cxnLst/>
            <a:rect l="l" t="t" r="r" b="b"/>
            <a:pathLst>
              <a:path w="4783099" h="653727">
                <a:moveTo>
                  <a:pt x="87161" y="0"/>
                </a:moveTo>
                <a:lnTo>
                  <a:pt x="4695938" y="0"/>
                </a:lnTo>
                <a:cubicBezTo>
                  <a:pt x="4744076" y="0"/>
                  <a:pt x="4783099" y="39023"/>
                  <a:pt x="4783099" y="87161"/>
                </a:cubicBezTo>
                <a:lnTo>
                  <a:pt x="4783099" y="566565"/>
                </a:lnTo>
                <a:cubicBezTo>
                  <a:pt x="4783099" y="614703"/>
                  <a:pt x="4744076" y="653727"/>
                  <a:pt x="4695938" y="653727"/>
                </a:cubicBezTo>
                <a:lnTo>
                  <a:pt x="87161" y="653727"/>
                </a:lnTo>
                <a:cubicBezTo>
                  <a:pt x="39023" y="653727"/>
                  <a:pt x="0" y="614703"/>
                  <a:pt x="0" y="566565"/>
                </a:cubicBezTo>
                <a:lnTo>
                  <a:pt x="0" y="87161"/>
                </a:lnTo>
                <a:cubicBezTo>
                  <a:pt x="0" y="39023"/>
                  <a:pt x="39023" y="0"/>
                  <a:pt x="87161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11015633" y="4590610"/>
            <a:ext cx="174327" cy="174327"/>
          </a:xfrm>
          <a:custGeom>
            <a:avLst/>
            <a:gdLst/>
            <a:ahLst/>
            <a:cxnLst/>
            <a:rect l="l" t="t" r="r" b="b"/>
            <a:pathLst>
              <a:path w="174327" h="174327">
                <a:moveTo>
                  <a:pt x="160572" y="7388"/>
                </a:moveTo>
                <a:cubicBezTo>
                  <a:pt x="153115" y="-68"/>
                  <a:pt x="141062" y="-68"/>
                  <a:pt x="133605" y="7388"/>
                </a:cubicBezTo>
                <a:lnTo>
                  <a:pt x="125298" y="15696"/>
                </a:lnTo>
                <a:lnTo>
                  <a:pt x="158631" y="49029"/>
                </a:lnTo>
                <a:lnTo>
                  <a:pt x="166939" y="40722"/>
                </a:lnTo>
                <a:cubicBezTo>
                  <a:pt x="174395" y="33265"/>
                  <a:pt x="174395" y="21212"/>
                  <a:pt x="166939" y="13755"/>
                </a:cubicBezTo>
                <a:lnTo>
                  <a:pt x="160572" y="7388"/>
                </a:lnTo>
                <a:close/>
                <a:moveTo>
                  <a:pt x="58699" y="82295"/>
                </a:moveTo>
                <a:cubicBezTo>
                  <a:pt x="56622" y="84372"/>
                  <a:pt x="55022" y="86925"/>
                  <a:pt x="54103" y="89751"/>
                </a:cubicBezTo>
                <a:lnTo>
                  <a:pt x="44024" y="119986"/>
                </a:lnTo>
                <a:cubicBezTo>
                  <a:pt x="43037" y="122914"/>
                  <a:pt x="43820" y="126149"/>
                  <a:pt x="45999" y="128362"/>
                </a:cubicBezTo>
                <a:cubicBezTo>
                  <a:pt x="48178" y="130575"/>
                  <a:pt x="51413" y="131324"/>
                  <a:pt x="54375" y="130337"/>
                </a:cubicBezTo>
                <a:lnTo>
                  <a:pt x="84610" y="120258"/>
                </a:lnTo>
                <a:cubicBezTo>
                  <a:pt x="87402" y="119339"/>
                  <a:pt x="89955" y="117739"/>
                  <a:pt x="92066" y="115662"/>
                </a:cubicBezTo>
                <a:lnTo>
                  <a:pt x="147088" y="60572"/>
                </a:lnTo>
                <a:lnTo>
                  <a:pt x="113755" y="27239"/>
                </a:lnTo>
                <a:lnTo>
                  <a:pt x="58699" y="82295"/>
                </a:lnTo>
                <a:close/>
                <a:moveTo>
                  <a:pt x="32686" y="21791"/>
                </a:moveTo>
                <a:cubicBezTo>
                  <a:pt x="14641" y="21791"/>
                  <a:pt x="0" y="36432"/>
                  <a:pt x="0" y="54477"/>
                </a:cubicBezTo>
                <a:lnTo>
                  <a:pt x="0" y="141641"/>
                </a:lnTo>
                <a:cubicBezTo>
                  <a:pt x="0" y="159686"/>
                  <a:pt x="14641" y="174327"/>
                  <a:pt x="32686" y="174327"/>
                </a:cubicBezTo>
                <a:lnTo>
                  <a:pt x="119850" y="174327"/>
                </a:lnTo>
                <a:cubicBezTo>
                  <a:pt x="137895" y="174327"/>
                  <a:pt x="152536" y="159686"/>
                  <a:pt x="152536" y="141641"/>
                </a:cubicBezTo>
                <a:lnTo>
                  <a:pt x="152536" y="108954"/>
                </a:lnTo>
                <a:cubicBezTo>
                  <a:pt x="152536" y="102928"/>
                  <a:pt x="147667" y="98059"/>
                  <a:pt x="141641" y="98059"/>
                </a:cubicBezTo>
                <a:cubicBezTo>
                  <a:pt x="135614" y="98059"/>
                  <a:pt x="130745" y="102928"/>
                  <a:pt x="130745" y="108954"/>
                </a:cubicBezTo>
                <a:lnTo>
                  <a:pt x="130745" y="141641"/>
                </a:lnTo>
                <a:cubicBezTo>
                  <a:pt x="130745" y="147667"/>
                  <a:pt x="125876" y="152536"/>
                  <a:pt x="119850" y="152536"/>
                </a:cubicBezTo>
                <a:lnTo>
                  <a:pt x="32686" y="152536"/>
                </a:lnTo>
                <a:cubicBezTo>
                  <a:pt x="26660" y="152536"/>
                  <a:pt x="21791" y="147667"/>
                  <a:pt x="21791" y="141641"/>
                </a:cubicBezTo>
                <a:lnTo>
                  <a:pt x="21791" y="54477"/>
                </a:lnTo>
                <a:cubicBezTo>
                  <a:pt x="21791" y="48451"/>
                  <a:pt x="26660" y="43582"/>
                  <a:pt x="32686" y="43582"/>
                </a:cubicBezTo>
                <a:lnTo>
                  <a:pt x="65373" y="43582"/>
                </a:lnTo>
                <a:cubicBezTo>
                  <a:pt x="71399" y="43582"/>
                  <a:pt x="76268" y="38713"/>
                  <a:pt x="76268" y="32686"/>
                </a:cubicBezTo>
                <a:cubicBezTo>
                  <a:pt x="76268" y="26660"/>
                  <a:pt x="71399" y="21791"/>
                  <a:pt x="65373" y="21791"/>
                </a:cubicBezTo>
                <a:lnTo>
                  <a:pt x="32686" y="21791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11298914" y="4547028"/>
            <a:ext cx="784472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修改配置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0993842" y="4852100"/>
            <a:ext cx="4674145" cy="17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修改application.yml中的数据源配置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0906678" y="5200754"/>
            <a:ext cx="4783099" cy="784472"/>
          </a:xfrm>
          <a:custGeom>
            <a:avLst/>
            <a:gdLst/>
            <a:ahLst/>
            <a:cxnLst/>
            <a:rect l="l" t="t" r="r" b="b"/>
            <a:pathLst>
              <a:path w="4783099" h="784472">
                <a:moveTo>
                  <a:pt x="87163" y="0"/>
                </a:moveTo>
                <a:lnTo>
                  <a:pt x="4695937" y="0"/>
                </a:lnTo>
                <a:cubicBezTo>
                  <a:pt x="4744075" y="0"/>
                  <a:pt x="4783099" y="39024"/>
                  <a:pt x="4783099" y="87163"/>
                </a:cubicBezTo>
                <a:lnTo>
                  <a:pt x="4783099" y="697309"/>
                </a:lnTo>
                <a:cubicBezTo>
                  <a:pt x="4783099" y="745448"/>
                  <a:pt x="4744075" y="784472"/>
                  <a:pt x="4695937" y="784472"/>
                </a:cubicBezTo>
                <a:lnTo>
                  <a:pt x="87163" y="784472"/>
                </a:lnTo>
                <a:cubicBezTo>
                  <a:pt x="39024" y="784472"/>
                  <a:pt x="0" y="745448"/>
                  <a:pt x="0" y="697309"/>
                </a:cubicBezTo>
                <a:lnTo>
                  <a:pt x="0" y="87163"/>
                </a:lnTo>
                <a:cubicBezTo>
                  <a:pt x="0" y="39056"/>
                  <a:pt x="39056" y="0"/>
                  <a:pt x="8716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74"/>
          <p:cNvSpPr/>
          <p:nvPr/>
        </p:nvSpPr>
        <p:spPr>
          <a:xfrm>
            <a:off x="11015633" y="5331500"/>
            <a:ext cx="174327" cy="174327"/>
          </a:xfrm>
          <a:custGeom>
            <a:avLst/>
            <a:gdLst/>
            <a:ahLst/>
            <a:cxnLst/>
            <a:rect l="l" t="t" r="r" b="b"/>
            <a:pathLst>
              <a:path w="174327" h="174327">
                <a:moveTo>
                  <a:pt x="0" y="87164"/>
                </a:moveTo>
                <a:cubicBezTo>
                  <a:pt x="0" y="39057"/>
                  <a:pt x="39057" y="0"/>
                  <a:pt x="87164" y="0"/>
                </a:cubicBezTo>
                <a:cubicBezTo>
                  <a:pt x="135270" y="0"/>
                  <a:pt x="174327" y="39057"/>
                  <a:pt x="174327" y="87164"/>
                </a:cubicBezTo>
                <a:cubicBezTo>
                  <a:pt x="174327" y="135270"/>
                  <a:pt x="135270" y="174327"/>
                  <a:pt x="87164" y="174327"/>
                </a:cubicBezTo>
                <a:cubicBezTo>
                  <a:pt x="39057" y="174327"/>
                  <a:pt x="0" y="135270"/>
                  <a:pt x="0" y="87164"/>
                </a:cubicBezTo>
                <a:close/>
                <a:moveTo>
                  <a:pt x="64113" y="50085"/>
                </a:moveTo>
                <a:cubicBezTo>
                  <a:pt x="61525" y="51515"/>
                  <a:pt x="59925" y="54273"/>
                  <a:pt x="59925" y="57201"/>
                </a:cubicBezTo>
                <a:lnTo>
                  <a:pt x="59925" y="117126"/>
                </a:lnTo>
                <a:cubicBezTo>
                  <a:pt x="59925" y="120088"/>
                  <a:pt x="61525" y="122812"/>
                  <a:pt x="64113" y="124242"/>
                </a:cubicBezTo>
                <a:cubicBezTo>
                  <a:pt x="66701" y="125672"/>
                  <a:pt x="69833" y="125638"/>
                  <a:pt x="72387" y="124072"/>
                </a:cubicBezTo>
                <a:lnTo>
                  <a:pt x="121416" y="94109"/>
                </a:lnTo>
                <a:cubicBezTo>
                  <a:pt x="123834" y="92611"/>
                  <a:pt x="125332" y="89990"/>
                  <a:pt x="125332" y="87129"/>
                </a:cubicBezTo>
                <a:cubicBezTo>
                  <a:pt x="125332" y="84269"/>
                  <a:pt x="123834" y="81648"/>
                  <a:pt x="121416" y="80150"/>
                </a:cubicBezTo>
                <a:lnTo>
                  <a:pt x="72387" y="50187"/>
                </a:lnTo>
                <a:cubicBezTo>
                  <a:pt x="69867" y="48655"/>
                  <a:pt x="66701" y="48587"/>
                  <a:pt x="64113" y="5001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/>
          <p:nvPr/>
        </p:nvSpPr>
        <p:spPr>
          <a:xfrm>
            <a:off x="11298914" y="5287918"/>
            <a:ext cx="784472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运行应用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10993842" y="5592990"/>
            <a:ext cx="4608772" cy="305072"/>
          </a:xfrm>
          <a:custGeom>
            <a:avLst/>
            <a:gdLst/>
            <a:ahLst/>
            <a:cxnLst/>
            <a:rect l="l" t="t" r="r" b="b"/>
            <a:pathLst>
              <a:path w="4608772" h="305072">
                <a:moveTo>
                  <a:pt x="43583" y="0"/>
                </a:moveTo>
                <a:lnTo>
                  <a:pt x="4565189" y="0"/>
                </a:lnTo>
                <a:cubicBezTo>
                  <a:pt x="4589260" y="0"/>
                  <a:pt x="4608772" y="19513"/>
                  <a:pt x="4608772" y="43583"/>
                </a:cubicBezTo>
                <a:lnTo>
                  <a:pt x="4608772" y="261490"/>
                </a:lnTo>
                <a:cubicBezTo>
                  <a:pt x="4608772" y="285560"/>
                  <a:pt x="4589260" y="305072"/>
                  <a:pt x="4565189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/>
          <p:nvPr/>
        </p:nvSpPr>
        <p:spPr>
          <a:xfrm>
            <a:off x="10993842" y="5592990"/>
            <a:ext cx="4674145" cy="305072"/>
          </a:xfrm>
          <a:prstGeom prst="rect">
            <a:avLst/>
          </a:prstGeom>
          <a:noFill/>
          <a:ln/>
        </p:spPr>
        <p:txBody>
          <a:bodyPr wrap="square" lIns="65373" tIns="65373" rIns="65373" bIns="65373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mvn spring-boot:run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435818" y="6551789"/>
            <a:ext cx="15384365" cy="1568944"/>
          </a:xfrm>
          <a:custGeom>
            <a:avLst/>
            <a:gdLst/>
            <a:ahLst/>
            <a:cxnLst/>
            <a:rect l="l" t="t" r="r" b="b"/>
            <a:pathLst>
              <a:path w="15384365" h="1568944">
                <a:moveTo>
                  <a:pt x="87171" y="0"/>
                </a:moveTo>
                <a:lnTo>
                  <a:pt x="15297194" y="0"/>
                </a:lnTo>
                <a:cubicBezTo>
                  <a:pt x="15345337" y="0"/>
                  <a:pt x="15384365" y="39028"/>
                  <a:pt x="15384365" y="87171"/>
                </a:cubicBezTo>
                <a:lnTo>
                  <a:pt x="15384365" y="1481773"/>
                </a:lnTo>
                <a:cubicBezTo>
                  <a:pt x="15384365" y="1529916"/>
                  <a:pt x="15345337" y="1568944"/>
                  <a:pt x="15297194" y="1568944"/>
                </a:cubicBezTo>
                <a:lnTo>
                  <a:pt x="87171" y="1568944"/>
                </a:lnTo>
                <a:cubicBezTo>
                  <a:pt x="39028" y="1568944"/>
                  <a:pt x="0" y="1529916"/>
                  <a:pt x="0" y="1481773"/>
                </a:cubicBezTo>
                <a:lnTo>
                  <a:pt x="0" y="87171"/>
                </a:lnTo>
                <a:cubicBezTo>
                  <a:pt x="0" y="39060"/>
                  <a:pt x="39060" y="0"/>
                  <a:pt x="87171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9"/>
          <p:cNvSpPr/>
          <p:nvPr/>
        </p:nvSpPr>
        <p:spPr>
          <a:xfrm>
            <a:off x="593802" y="6726116"/>
            <a:ext cx="217909" cy="217909"/>
          </a:xfrm>
          <a:custGeom>
            <a:avLst/>
            <a:gdLst/>
            <a:ahLst/>
            <a:cxnLst/>
            <a:rect l="l" t="t" r="r" b="b"/>
            <a:pathLst>
              <a:path w="217909" h="217909">
                <a:moveTo>
                  <a:pt x="169816" y="163517"/>
                </a:moveTo>
                <a:cubicBezTo>
                  <a:pt x="160410" y="147174"/>
                  <a:pt x="142747" y="136193"/>
                  <a:pt x="122574" y="136193"/>
                </a:cubicBezTo>
                <a:lnTo>
                  <a:pt x="95335" y="136193"/>
                </a:lnTo>
                <a:cubicBezTo>
                  <a:pt x="75162" y="136193"/>
                  <a:pt x="57499" y="147174"/>
                  <a:pt x="48093" y="163517"/>
                </a:cubicBezTo>
                <a:cubicBezTo>
                  <a:pt x="63074" y="180200"/>
                  <a:pt x="84780" y="190670"/>
                  <a:pt x="108954" y="190670"/>
                </a:cubicBezTo>
                <a:cubicBezTo>
                  <a:pt x="133129" y="190670"/>
                  <a:pt x="154834" y="180158"/>
                  <a:pt x="169816" y="163517"/>
                </a:cubicBezTo>
                <a:close/>
                <a:moveTo>
                  <a:pt x="0" y="108954"/>
                </a:moveTo>
                <a:cubicBezTo>
                  <a:pt x="0" y="48821"/>
                  <a:pt x="48821" y="0"/>
                  <a:pt x="108954" y="0"/>
                </a:cubicBezTo>
                <a:cubicBezTo>
                  <a:pt x="169088" y="0"/>
                  <a:pt x="217909" y="48821"/>
                  <a:pt x="217909" y="108954"/>
                </a:cubicBezTo>
                <a:cubicBezTo>
                  <a:pt x="217909" y="169088"/>
                  <a:pt x="169088" y="217909"/>
                  <a:pt x="108954" y="217909"/>
                </a:cubicBezTo>
                <a:cubicBezTo>
                  <a:pt x="48821" y="217909"/>
                  <a:pt x="0" y="169088"/>
                  <a:pt x="0" y="108954"/>
                </a:cubicBezTo>
                <a:close/>
                <a:moveTo>
                  <a:pt x="108954" y="115764"/>
                </a:moveTo>
                <a:cubicBezTo>
                  <a:pt x="125867" y="115764"/>
                  <a:pt x="139598" y="102033"/>
                  <a:pt x="139598" y="85121"/>
                </a:cubicBezTo>
                <a:cubicBezTo>
                  <a:pt x="139598" y="68208"/>
                  <a:pt x="125867" y="54477"/>
                  <a:pt x="108954" y="54477"/>
                </a:cubicBezTo>
                <a:cubicBezTo>
                  <a:pt x="92042" y="54477"/>
                  <a:pt x="78311" y="68208"/>
                  <a:pt x="78311" y="85121"/>
                </a:cubicBezTo>
                <a:cubicBezTo>
                  <a:pt x="78311" y="102033"/>
                  <a:pt x="92042" y="115764"/>
                  <a:pt x="108954" y="11576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Text 80"/>
          <p:cNvSpPr/>
          <p:nvPr/>
        </p:nvSpPr>
        <p:spPr>
          <a:xfrm>
            <a:off x="926113" y="6682534"/>
            <a:ext cx="980590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默认账号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566563" y="7074770"/>
            <a:ext cx="7496064" cy="915217"/>
          </a:xfrm>
          <a:custGeom>
            <a:avLst/>
            <a:gdLst/>
            <a:ahLst/>
            <a:cxnLst/>
            <a:rect l="l" t="t" r="r" b="b"/>
            <a:pathLst>
              <a:path w="7496064" h="915217">
                <a:moveTo>
                  <a:pt x="87165" y="0"/>
                </a:moveTo>
                <a:lnTo>
                  <a:pt x="7408899" y="0"/>
                </a:lnTo>
                <a:cubicBezTo>
                  <a:pt x="7457039" y="0"/>
                  <a:pt x="7496064" y="39025"/>
                  <a:pt x="7496064" y="87165"/>
                </a:cubicBezTo>
                <a:lnTo>
                  <a:pt x="7496064" y="828052"/>
                </a:lnTo>
                <a:cubicBezTo>
                  <a:pt x="7496064" y="876192"/>
                  <a:pt x="7457039" y="915217"/>
                  <a:pt x="7408899" y="915217"/>
                </a:cubicBezTo>
                <a:lnTo>
                  <a:pt x="87165" y="915217"/>
                </a:lnTo>
                <a:cubicBezTo>
                  <a:pt x="39025" y="915217"/>
                  <a:pt x="0" y="876192"/>
                  <a:pt x="0" y="828052"/>
                </a:cubicBezTo>
                <a:lnTo>
                  <a:pt x="0" y="87165"/>
                </a:lnTo>
                <a:cubicBezTo>
                  <a:pt x="0" y="39057"/>
                  <a:pt x="39057" y="0"/>
                  <a:pt x="8716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4" name="Text 82"/>
          <p:cNvSpPr/>
          <p:nvPr/>
        </p:nvSpPr>
        <p:spPr>
          <a:xfrm>
            <a:off x="697308" y="7205516"/>
            <a:ext cx="686413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管理员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7261131" y="7205516"/>
            <a:ext cx="664622" cy="305072"/>
          </a:xfrm>
          <a:custGeom>
            <a:avLst/>
            <a:gdLst/>
            <a:ahLst/>
            <a:cxnLst/>
            <a:rect l="l" t="t" r="r" b="b"/>
            <a:pathLst>
              <a:path w="664622" h="305072">
                <a:moveTo>
                  <a:pt x="43583" y="0"/>
                </a:moveTo>
                <a:lnTo>
                  <a:pt x="621039" y="0"/>
                </a:lnTo>
                <a:cubicBezTo>
                  <a:pt x="645093" y="0"/>
                  <a:pt x="664622" y="19529"/>
                  <a:pt x="664622" y="43583"/>
                </a:cubicBezTo>
                <a:lnTo>
                  <a:pt x="664622" y="261490"/>
                </a:lnTo>
                <a:cubicBezTo>
                  <a:pt x="664622" y="285560"/>
                  <a:pt x="645109" y="305072"/>
                  <a:pt x="621039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6" name="Text 84"/>
          <p:cNvSpPr/>
          <p:nvPr/>
        </p:nvSpPr>
        <p:spPr>
          <a:xfrm>
            <a:off x="7261131" y="7205516"/>
            <a:ext cx="740890" cy="305072"/>
          </a:xfrm>
          <a:prstGeom prst="rect">
            <a:avLst/>
          </a:prstGeom>
          <a:noFill/>
          <a:ln/>
        </p:spPr>
        <p:txBody>
          <a:bodyPr wrap="square" lIns="87164" tIns="43582" rIns="87164" bIns="43582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97308" y="7554170"/>
            <a:ext cx="610145" cy="305072"/>
          </a:xfrm>
          <a:custGeom>
            <a:avLst/>
            <a:gdLst/>
            <a:ahLst/>
            <a:cxnLst/>
            <a:rect l="l" t="t" r="r" b="b"/>
            <a:pathLst>
              <a:path w="610145" h="305072">
                <a:moveTo>
                  <a:pt x="43583" y="0"/>
                </a:moveTo>
                <a:lnTo>
                  <a:pt x="566562" y="0"/>
                </a:lnTo>
                <a:cubicBezTo>
                  <a:pt x="590616" y="0"/>
                  <a:pt x="610145" y="19529"/>
                  <a:pt x="610145" y="43583"/>
                </a:cubicBezTo>
                <a:lnTo>
                  <a:pt x="610145" y="261490"/>
                </a:lnTo>
                <a:cubicBezTo>
                  <a:pt x="610145" y="285560"/>
                  <a:pt x="590632" y="305072"/>
                  <a:pt x="566562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8" name="Text 86"/>
          <p:cNvSpPr/>
          <p:nvPr/>
        </p:nvSpPr>
        <p:spPr>
          <a:xfrm>
            <a:off x="697308" y="7554170"/>
            <a:ext cx="686413" cy="305072"/>
          </a:xfrm>
          <a:prstGeom prst="rect">
            <a:avLst/>
          </a:prstGeom>
          <a:noFill/>
          <a:ln/>
        </p:spPr>
        <p:txBody>
          <a:bodyPr wrap="square" lIns="87164" tIns="43582" rIns="87164" bIns="43582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1438198" y="7554170"/>
            <a:ext cx="871635" cy="305072"/>
          </a:xfrm>
          <a:custGeom>
            <a:avLst/>
            <a:gdLst/>
            <a:ahLst/>
            <a:cxnLst/>
            <a:rect l="l" t="t" r="r" b="b"/>
            <a:pathLst>
              <a:path w="871635" h="305072">
                <a:moveTo>
                  <a:pt x="43583" y="0"/>
                </a:moveTo>
                <a:lnTo>
                  <a:pt x="828053" y="0"/>
                </a:lnTo>
                <a:cubicBezTo>
                  <a:pt x="852123" y="0"/>
                  <a:pt x="871635" y="19513"/>
                  <a:pt x="871635" y="43583"/>
                </a:cubicBezTo>
                <a:lnTo>
                  <a:pt x="871635" y="261490"/>
                </a:lnTo>
                <a:cubicBezTo>
                  <a:pt x="871635" y="285560"/>
                  <a:pt x="852123" y="305072"/>
                  <a:pt x="828053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0" name="Text 88"/>
          <p:cNvSpPr/>
          <p:nvPr/>
        </p:nvSpPr>
        <p:spPr>
          <a:xfrm>
            <a:off x="1438198" y="7554170"/>
            <a:ext cx="947903" cy="305072"/>
          </a:xfrm>
          <a:prstGeom prst="rect">
            <a:avLst/>
          </a:prstGeom>
          <a:noFill/>
          <a:ln/>
        </p:spPr>
        <p:txBody>
          <a:bodyPr wrap="square" lIns="87164" tIns="43582" rIns="87164" bIns="43582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admin123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8190876" y="7074770"/>
            <a:ext cx="7496064" cy="915217"/>
          </a:xfrm>
          <a:custGeom>
            <a:avLst/>
            <a:gdLst/>
            <a:ahLst/>
            <a:cxnLst/>
            <a:rect l="l" t="t" r="r" b="b"/>
            <a:pathLst>
              <a:path w="7496064" h="915217">
                <a:moveTo>
                  <a:pt x="87165" y="0"/>
                </a:moveTo>
                <a:lnTo>
                  <a:pt x="7408899" y="0"/>
                </a:lnTo>
                <a:cubicBezTo>
                  <a:pt x="7457039" y="0"/>
                  <a:pt x="7496064" y="39025"/>
                  <a:pt x="7496064" y="87165"/>
                </a:cubicBezTo>
                <a:lnTo>
                  <a:pt x="7496064" y="828052"/>
                </a:lnTo>
                <a:cubicBezTo>
                  <a:pt x="7496064" y="876192"/>
                  <a:pt x="7457039" y="915217"/>
                  <a:pt x="7408899" y="915217"/>
                </a:cubicBezTo>
                <a:lnTo>
                  <a:pt x="87165" y="915217"/>
                </a:lnTo>
                <a:cubicBezTo>
                  <a:pt x="39025" y="915217"/>
                  <a:pt x="0" y="876192"/>
                  <a:pt x="0" y="828052"/>
                </a:cubicBezTo>
                <a:lnTo>
                  <a:pt x="0" y="87165"/>
                </a:lnTo>
                <a:cubicBezTo>
                  <a:pt x="0" y="39057"/>
                  <a:pt x="39057" y="0"/>
                  <a:pt x="8716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2" name="Text 90"/>
          <p:cNvSpPr/>
          <p:nvPr/>
        </p:nvSpPr>
        <p:spPr>
          <a:xfrm>
            <a:off x="8321622" y="7205516"/>
            <a:ext cx="882531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普通用户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14994512" y="7205516"/>
            <a:ext cx="555668" cy="305072"/>
          </a:xfrm>
          <a:custGeom>
            <a:avLst/>
            <a:gdLst/>
            <a:ahLst/>
            <a:cxnLst/>
            <a:rect l="l" t="t" r="r" b="b"/>
            <a:pathLst>
              <a:path w="555668" h="305072">
                <a:moveTo>
                  <a:pt x="43583" y="0"/>
                </a:moveTo>
                <a:lnTo>
                  <a:pt x="512085" y="0"/>
                </a:lnTo>
                <a:cubicBezTo>
                  <a:pt x="536139" y="0"/>
                  <a:pt x="555668" y="19529"/>
                  <a:pt x="555668" y="43583"/>
                </a:cubicBezTo>
                <a:lnTo>
                  <a:pt x="555668" y="261490"/>
                </a:lnTo>
                <a:cubicBezTo>
                  <a:pt x="555668" y="285560"/>
                  <a:pt x="536155" y="305072"/>
                  <a:pt x="512085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4" name="Text 92"/>
          <p:cNvSpPr/>
          <p:nvPr/>
        </p:nvSpPr>
        <p:spPr>
          <a:xfrm>
            <a:off x="14994512" y="7205516"/>
            <a:ext cx="631936" cy="305072"/>
          </a:xfrm>
          <a:prstGeom prst="rect">
            <a:avLst/>
          </a:prstGeom>
          <a:noFill/>
          <a:ln/>
        </p:spPr>
        <p:txBody>
          <a:bodyPr wrap="square" lIns="87164" tIns="43582" rIns="87164" bIns="43582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8321622" y="7554170"/>
            <a:ext cx="522981" cy="305072"/>
          </a:xfrm>
          <a:custGeom>
            <a:avLst/>
            <a:gdLst/>
            <a:ahLst/>
            <a:cxnLst/>
            <a:rect l="l" t="t" r="r" b="b"/>
            <a:pathLst>
              <a:path w="522981" h="305072">
                <a:moveTo>
                  <a:pt x="43583" y="0"/>
                </a:moveTo>
                <a:lnTo>
                  <a:pt x="479399" y="0"/>
                </a:lnTo>
                <a:cubicBezTo>
                  <a:pt x="503453" y="0"/>
                  <a:pt x="522981" y="19529"/>
                  <a:pt x="522981" y="43583"/>
                </a:cubicBezTo>
                <a:lnTo>
                  <a:pt x="522981" y="261490"/>
                </a:lnTo>
                <a:cubicBezTo>
                  <a:pt x="522981" y="285560"/>
                  <a:pt x="503469" y="305072"/>
                  <a:pt x="479399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6" name="Text 94"/>
          <p:cNvSpPr/>
          <p:nvPr/>
        </p:nvSpPr>
        <p:spPr>
          <a:xfrm>
            <a:off x="8321622" y="7554170"/>
            <a:ext cx="599249" cy="305072"/>
          </a:xfrm>
          <a:prstGeom prst="rect">
            <a:avLst/>
          </a:prstGeom>
          <a:noFill/>
          <a:ln/>
        </p:spPr>
        <p:txBody>
          <a:bodyPr wrap="square" lIns="87164" tIns="43582" rIns="87164" bIns="43582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8975348" y="7554170"/>
            <a:ext cx="784472" cy="305072"/>
          </a:xfrm>
          <a:custGeom>
            <a:avLst/>
            <a:gdLst/>
            <a:ahLst/>
            <a:cxnLst/>
            <a:rect l="l" t="t" r="r" b="b"/>
            <a:pathLst>
              <a:path w="784472" h="305072">
                <a:moveTo>
                  <a:pt x="43583" y="0"/>
                </a:moveTo>
                <a:lnTo>
                  <a:pt x="740889" y="0"/>
                </a:lnTo>
                <a:cubicBezTo>
                  <a:pt x="764943" y="0"/>
                  <a:pt x="784472" y="19529"/>
                  <a:pt x="784472" y="43583"/>
                </a:cubicBezTo>
                <a:lnTo>
                  <a:pt x="784472" y="261490"/>
                </a:lnTo>
                <a:cubicBezTo>
                  <a:pt x="784472" y="285560"/>
                  <a:pt x="764959" y="305072"/>
                  <a:pt x="740889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8" name="Text 96"/>
          <p:cNvSpPr/>
          <p:nvPr/>
        </p:nvSpPr>
        <p:spPr>
          <a:xfrm>
            <a:off x="8975348" y="7554170"/>
            <a:ext cx="860740" cy="305072"/>
          </a:xfrm>
          <a:prstGeom prst="rect">
            <a:avLst/>
          </a:prstGeom>
          <a:noFill/>
          <a:ln/>
        </p:spPr>
        <p:txBody>
          <a:bodyPr wrap="square" lIns="87164" tIns="43582" rIns="87164" bIns="43582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user123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439450" y="8255110"/>
            <a:ext cx="15369837" cy="443081"/>
          </a:xfrm>
          <a:custGeom>
            <a:avLst/>
            <a:gdLst/>
            <a:ahLst/>
            <a:cxnLst/>
            <a:rect l="l" t="t" r="r" b="b"/>
            <a:pathLst>
              <a:path w="15369837" h="443081">
                <a:moveTo>
                  <a:pt x="87163" y="0"/>
                </a:moveTo>
                <a:lnTo>
                  <a:pt x="15282674" y="0"/>
                </a:lnTo>
                <a:cubicBezTo>
                  <a:pt x="15330813" y="0"/>
                  <a:pt x="15369837" y="39024"/>
                  <a:pt x="15369837" y="87163"/>
                </a:cubicBezTo>
                <a:lnTo>
                  <a:pt x="15369837" y="355918"/>
                </a:lnTo>
                <a:cubicBezTo>
                  <a:pt x="15369837" y="404057"/>
                  <a:pt x="15330813" y="443081"/>
                  <a:pt x="15282674" y="443081"/>
                </a:cubicBezTo>
                <a:lnTo>
                  <a:pt x="87163" y="443081"/>
                </a:lnTo>
                <a:cubicBezTo>
                  <a:pt x="39056" y="443081"/>
                  <a:pt x="0" y="404025"/>
                  <a:pt x="0" y="355918"/>
                </a:cubicBezTo>
                <a:lnTo>
                  <a:pt x="0" y="87163"/>
                </a:lnTo>
                <a:cubicBezTo>
                  <a:pt x="0" y="39056"/>
                  <a:pt x="39056" y="0"/>
                  <a:pt x="87163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8467">
            <a:solidFill>
              <a:srgbClr val="4FD1C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Shape 98"/>
          <p:cNvSpPr/>
          <p:nvPr/>
        </p:nvSpPr>
        <p:spPr>
          <a:xfrm>
            <a:off x="581998" y="8378595"/>
            <a:ext cx="147088" cy="196118"/>
          </a:xfrm>
          <a:custGeom>
            <a:avLst/>
            <a:gdLst/>
            <a:ahLst/>
            <a:cxnLst/>
            <a:rect l="l" t="t" r="r" b="b"/>
            <a:pathLst>
              <a:path w="147088" h="196118">
                <a:moveTo>
                  <a:pt x="112193" y="147088"/>
                </a:moveTo>
                <a:cubicBezTo>
                  <a:pt x="114989" y="138547"/>
                  <a:pt x="120582" y="130809"/>
                  <a:pt x="126902" y="124144"/>
                </a:cubicBezTo>
                <a:cubicBezTo>
                  <a:pt x="139428" y="110968"/>
                  <a:pt x="147088" y="93156"/>
                  <a:pt x="147088" y="73544"/>
                </a:cubicBezTo>
                <a:cubicBezTo>
                  <a:pt x="147088" y="32942"/>
                  <a:pt x="114147" y="0"/>
                  <a:pt x="73544" y="0"/>
                </a:cubicBezTo>
                <a:cubicBezTo>
                  <a:pt x="32942" y="0"/>
                  <a:pt x="0" y="32942"/>
                  <a:pt x="0" y="73544"/>
                </a:cubicBezTo>
                <a:cubicBezTo>
                  <a:pt x="0" y="93156"/>
                  <a:pt x="7661" y="110968"/>
                  <a:pt x="20186" y="124144"/>
                </a:cubicBezTo>
                <a:cubicBezTo>
                  <a:pt x="26507" y="130809"/>
                  <a:pt x="32137" y="138547"/>
                  <a:pt x="34895" y="147088"/>
                </a:cubicBezTo>
                <a:lnTo>
                  <a:pt x="112155" y="147088"/>
                </a:lnTo>
                <a:close/>
                <a:moveTo>
                  <a:pt x="110316" y="165475"/>
                </a:moveTo>
                <a:lnTo>
                  <a:pt x="36772" y="165475"/>
                </a:lnTo>
                <a:lnTo>
                  <a:pt x="36772" y="171603"/>
                </a:lnTo>
                <a:cubicBezTo>
                  <a:pt x="36772" y="188534"/>
                  <a:pt x="50485" y="202247"/>
                  <a:pt x="67416" y="202247"/>
                </a:cubicBezTo>
                <a:lnTo>
                  <a:pt x="79673" y="202247"/>
                </a:lnTo>
                <a:cubicBezTo>
                  <a:pt x="96603" y="202247"/>
                  <a:pt x="110316" y="188534"/>
                  <a:pt x="110316" y="171603"/>
                </a:cubicBezTo>
                <a:lnTo>
                  <a:pt x="110316" y="165475"/>
                </a:lnTo>
                <a:close/>
                <a:moveTo>
                  <a:pt x="70480" y="42901"/>
                </a:moveTo>
                <a:cubicBezTo>
                  <a:pt x="55235" y="42901"/>
                  <a:pt x="42901" y="55235"/>
                  <a:pt x="42901" y="70480"/>
                </a:cubicBezTo>
                <a:cubicBezTo>
                  <a:pt x="42901" y="75574"/>
                  <a:pt x="38802" y="79673"/>
                  <a:pt x="33708" y="79673"/>
                </a:cubicBezTo>
                <a:cubicBezTo>
                  <a:pt x="28613" y="79673"/>
                  <a:pt x="24515" y="75574"/>
                  <a:pt x="24515" y="70480"/>
                </a:cubicBezTo>
                <a:cubicBezTo>
                  <a:pt x="24515" y="45084"/>
                  <a:pt x="45084" y="24515"/>
                  <a:pt x="70480" y="24515"/>
                </a:cubicBezTo>
                <a:cubicBezTo>
                  <a:pt x="75574" y="24515"/>
                  <a:pt x="79673" y="28613"/>
                  <a:pt x="79673" y="33708"/>
                </a:cubicBezTo>
                <a:cubicBezTo>
                  <a:pt x="79673" y="38802"/>
                  <a:pt x="75574" y="42901"/>
                  <a:pt x="70480" y="42901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1" name="Text 99"/>
          <p:cNvSpPr/>
          <p:nvPr/>
        </p:nvSpPr>
        <p:spPr>
          <a:xfrm>
            <a:off x="906138" y="8345909"/>
            <a:ext cx="5720107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推荐方案：</a:t>
            </a:r>
            <a:r>
              <a:rPr lang="en-US" sz="1373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开发环境使用脚本一键启动，生产环境使用Docker容器化部署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353" y="428353"/>
            <a:ext cx="1938298" cy="353391"/>
          </a:xfrm>
          <a:custGeom>
            <a:avLst/>
            <a:gdLst/>
            <a:ahLst/>
            <a:cxnLst/>
            <a:rect l="l" t="t" r="r" b="b"/>
            <a:pathLst>
              <a:path w="1938298" h="353391">
                <a:moveTo>
                  <a:pt x="42835" y="0"/>
                </a:moveTo>
                <a:lnTo>
                  <a:pt x="1895463" y="0"/>
                </a:lnTo>
                <a:cubicBezTo>
                  <a:pt x="1919120" y="0"/>
                  <a:pt x="1938298" y="19178"/>
                  <a:pt x="1938298" y="42835"/>
                </a:cubicBezTo>
                <a:lnTo>
                  <a:pt x="1938298" y="310557"/>
                </a:lnTo>
                <a:cubicBezTo>
                  <a:pt x="1938298" y="334214"/>
                  <a:pt x="1919120" y="353391"/>
                  <a:pt x="1895463" y="353391"/>
                </a:cubicBezTo>
                <a:lnTo>
                  <a:pt x="42835" y="353391"/>
                </a:lnTo>
                <a:cubicBezTo>
                  <a:pt x="19178" y="353391"/>
                  <a:pt x="0" y="334214"/>
                  <a:pt x="0" y="310557"/>
                </a:cubicBezTo>
                <a:lnTo>
                  <a:pt x="0" y="42835"/>
                </a:lnTo>
                <a:cubicBezTo>
                  <a:pt x="0" y="19178"/>
                  <a:pt x="19178" y="0"/>
                  <a:pt x="42835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56859" y="485463"/>
            <a:ext cx="1764837" cy="24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9" b="1" kern="0" spc="67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INTERNSHIP GAINS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8353" y="870981"/>
            <a:ext cx="15656306" cy="51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47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实习收获：技术能力提升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8353" y="1470675"/>
            <a:ext cx="15506382" cy="29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6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从理论到实践的全栈技术能力培养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353" y="1963282"/>
            <a:ext cx="7613976" cy="4636922"/>
          </a:xfrm>
          <a:custGeom>
            <a:avLst/>
            <a:gdLst/>
            <a:ahLst/>
            <a:cxnLst/>
            <a:rect l="l" t="t" r="r" b="b"/>
            <a:pathLst>
              <a:path w="7613976" h="4636922">
                <a:moveTo>
                  <a:pt x="42835" y="0"/>
                </a:moveTo>
                <a:lnTo>
                  <a:pt x="7571141" y="0"/>
                </a:lnTo>
                <a:cubicBezTo>
                  <a:pt x="7594798" y="0"/>
                  <a:pt x="7613976" y="19178"/>
                  <a:pt x="7613976" y="42835"/>
                </a:cubicBezTo>
                <a:lnTo>
                  <a:pt x="7613976" y="4551232"/>
                </a:lnTo>
                <a:cubicBezTo>
                  <a:pt x="7613976" y="4598557"/>
                  <a:pt x="7575611" y="4636922"/>
                  <a:pt x="7528286" y="4636922"/>
                </a:cubicBezTo>
                <a:lnTo>
                  <a:pt x="85690" y="4636922"/>
                </a:lnTo>
                <a:cubicBezTo>
                  <a:pt x="38365" y="4636922"/>
                  <a:pt x="0" y="4598557"/>
                  <a:pt x="0" y="4551232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28353" y="1963282"/>
            <a:ext cx="7613976" cy="42835"/>
          </a:xfrm>
          <a:custGeom>
            <a:avLst/>
            <a:gdLst/>
            <a:ahLst/>
            <a:cxnLst/>
            <a:rect l="l" t="t" r="r" b="b"/>
            <a:pathLst>
              <a:path w="7613976" h="42835">
                <a:moveTo>
                  <a:pt x="42835" y="0"/>
                </a:moveTo>
                <a:lnTo>
                  <a:pt x="7571141" y="0"/>
                </a:lnTo>
                <a:cubicBezTo>
                  <a:pt x="7594798" y="0"/>
                  <a:pt x="7613976" y="19178"/>
                  <a:pt x="7613976" y="42835"/>
                </a:cubicBezTo>
                <a:lnTo>
                  <a:pt x="7613976" y="42835"/>
                </a:lnTo>
                <a:lnTo>
                  <a:pt x="0" y="42835"/>
                </a:ln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99694" y="2156040"/>
            <a:ext cx="514024" cy="514024"/>
          </a:xfrm>
          <a:custGeom>
            <a:avLst/>
            <a:gdLst/>
            <a:ahLst/>
            <a:cxnLst/>
            <a:rect l="l" t="t" r="r" b="b"/>
            <a:pathLst>
              <a:path w="514024" h="514024">
                <a:moveTo>
                  <a:pt x="85672" y="0"/>
                </a:moveTo>
                <a:lnTo>
                  <a:pt x="428351" y="0"/>
                </a:lnTo>
                <a:cubicBezTo>
                  <a:pt x="475667" y="0"/>
                  <a:pt x="514024" y="38357"/>
                  <a:pt x="514024" y="85672"/>
                </a:cubicBezTo>
                <a:lnTo>
                  <a:pt x="514024" y="428351"/>
                </a:lnTo>
                <a:cubicBezTo>
                  <a:pt x="514024" y="475667"/>
                  <a:pt x="475667" y="514024"/>
                  <a:pt x="428351" y="514024"/>
                </a:cubicBezTo>
                <a:lnTo>
                  <a:pt x="85672" y="514024"/>
                </a:lnTo>
                <a:cubicBezTo>
                  <a:pt x="38357" y="514024"/>
                  <a:pt x="0" y="475667"/>
                  <a:pt x="0" y="428351"/>
                </a:cubicBezTo>
                <a:lnTo>
                  <a:pt x="0" y="85672"/>
                </a:lnTo>
                <a:cubicBezTo>
                  <a:pt x="0" y="38388"/>
                  <a:pt x="38388" y="0"/>
                  <a:pt x="8567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44264" y="2284546"/>
            <a:ext cx="224885" cy="257012"/>
          </a:xfrm>
          <a:custGeom>
            <a:avLst/>
            <a:gdLst/>
            <a:ahLst/>
            <a:cxnLst/>
            <a:rect l="l" t="t" r="r" b="b"/>
            <a:pathLst>
              <a:path w="224885" h="257012">
                <a:moveTo>
                  <a:pt x="32126" y="16063"/>
                </a:moveTo>
                <a:cubicBezTo>
                  <a:pt x="14407" y="16063"/>
                  <a:pt x="0" y="30470"/>
                  <a:pt x="0" y="48190"/>
                </a:cubicBezTo>
                <a:lnTo>
                  <a:pt x="0" y="80316"/>
                </a:lnTo>
                <a:cubicBezTo>
                  <a:pt x="0" y="98036"/>
                  <a:pt x="14407" y="112443"/>
                  <a:pt x="32126" y="112443"/>
                </a:cubicBezTo>
                <a:lnTo>
                  <a:pt x="192759" y="112443"/>
                </a:lnTo>
                <a:cubicBezTo>
                  <a:pt x="210479" y="112443"/>
                  <a:pt x="224885" y="98036"/>
                  <a:pt x="224885" y="80316"/>
                </a:cubicBezTo>
                <a:lnTo>
                  <a:pt x="224885" y="48190"/>
                </a:lnTo>
                <a:cubicBezTo>
                  <a:pt x="224885" y="30470"/>
                  <a:pt x="210479" y="16063"/>
                  <a:pt x="192759" y="16063"/>
                </a:cubicBezTo>
                <a:lnTo>
                  <a:pt x="32126" y="16063"/>
                </a:lnTo>
                <a:close/>
                <a:moveTo>
                  <a:pt x="140553" y="52206"/>
                </a:moveTo>
                <a:cubicBezTo>
                  <a:pt x="147203" y="52206"/>
                  <a:pt x="152601" y="57604"/>
                  <a:pt x="152601" y="64253"/>
                </a:cubicBezTo>
                <a:cubicBezTo>
                  <a:pt x="152601" y="70902"/>
                  <a:pt x="147203" y="76300"/>
                  <a:pt x="140553" y="76300"/>
                </a:cubicBezTo>
                <a:cubicBezTo>
                  <a:pt x="133904" y="76300"/>
                  <a:pt x="128506" y="70902"/>
                  <a:pt x="128506" y="64253"/>
                </a:cubicBezTo>
                <a:cubicBezTo>
                  <a:pt x="128506" y="57604"/>
                  <a:pt x="133904" y="52206"/>
                  <a:pt x="140553" y="52206"/>
                </a:cubicBezTo>
                <a:close/>
                <a:moveTo>
                  <a:pt x="168664" y="64253"/>
                </a:moveTo>
                <a:cubicBezTo>
                  <a:pt x="168664" y="57604"/>
                  <a:pt x="174062" y="52206"/>
                  <a:pt x="180711" y="52206"/>
                </a:cubicBezTo>
                <a:cubicBezTo>
                  <a:pt x="187361" y="52206"/>
                  <a:pt x="192759" y="57604"/>
                  <a:pt x="192759" y="64253"/>
                </a:cubicBezTo>
                <a:cubicBezTo>
                  <a:pt x="192759" y="70902"/>
                  <a:pt x="187361" y="76300"/>
                  <a:pt x="180711" y="76300"/>
                </a:cubicBezTo>
                <a:cubicBezTo>
                  <a:pt x="174062" y="76300"/>
                  <a:pt x="168664" y="70902"/>
                  <a:pt x="168664" y="64253"/>
                </a:cubicBezTo>
                <a:close/>
                <a:moveTo>
                  <a:pt x="32126" y="144569"/>
                </a:moveTo>
                <a:cubicBezTo>
                  <a:pt x="14407" y="144569"/>
                  <a:pt x="0" y="158976"/>
                  <a:pt x="0" y="176696"/>
                </a:cubicBezTo>
                <a:lnTo>
                  <a:pt x="0" y="208822"/>
                </a:lnTo>
                <a:cubicBezTo>
                  <a:pt x="0" y="226542"/>
                  <a:pt x="14407" y="240949"/>
                  <a:pt x="32126" y="240949"/>
                </a:cubicBezTo>
                <a:lnTo>
                  <a:pt x="192759" y="240949"/>
                </a:lnTo>
                <a:cubicBezTo>
                  <a:pt x="210479" y="240949"/>
                  <a:pt x="224885" y="226542"/>
                  <a:pt x="224885" y="208822"/>
                </a:cubicBezTo>
                <a:lnTo>
                  <a:pt x="224885" y="176696"/>
                </a:lnTo>
                <a:cubicBezTo>
                  <a:pt x="224885" y="158976"/>
                  <a:pt x="210479" y="144569"/>
                  <a:pt x="192759" y="144569"/>
                </a:cubicBezTo>
                <a:lnTo>
                  <a:pt x="32126" y="144569"/>
                </a:lnTo>
                <a:close/>
                <a:moveTo>
                  <a:pt x="140553" y="180711"/>
                </a:moveTo>
                <a:cubicBezTo>
                  <a:pt x="147203" y="180711"/>
                  <a:pt x="152601" y="186110"/>
                  <a:pt x="152601" y="192759"/>
                </a:cubicBezTo>
                <a:cubicBezTo>
                  <a:pt x="152601" y="199408"/>
                  <a:pt x="147203" y="204806"/>
                  <a:pt x="140553" y="204806"/>
                </a:cubicBezTo>
                <a:cubicBezTo>
                  <a:pt x="133904" y="204806"/>
                  <a:pt x="128506" y="199408"/>
                  <a:pt x="128506" y="192759"/>
                </a:cubicBezTo>
                <a:cubicBezTo>
                  <a:pt x="128506" y="186110"/>
                  <a:pt x="133904" y="180711"/>
                  <a:pt x="140553" y="180711"/>
                </a:cubicBezTo>
                <a:close/>
                <a:moveTo>
                  <a:pt x="168664" y="192759"/>
                </a:moveTo>
                <a:cubicBezTo>
                  <a:pt x="168664" y="186110"/>
                  <a:pt x="174062" y="180711"/>
                  <a:pt x="180711" y="180711"/>
                </a:cubicBezTo>
                <a:cubicBezTo>
                  <a:pt x="187361" y="180711"/>
                  <a:pt x="192759" y="186110"/>
                  <a:pt x="192759" y="192759"/>
                </a:cubicBezTo>
                <a:cubicBezTo>
                  <a:pt x="192759" y="199408"/>
                  <a:pt x="187361" y="204806"/>
                  <a:pt x="180711" y="204806"/>
                </a:cubicBezTo>
                <a:cubicBezTo>
                  <a:pt x="174062" y="204806"/>
                  <a:pt x="168664" y="199408"/>
                  <a:pt x="168664" y="192759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42224" y="2241711"/>
            <a:ext cx="1670577" cy="342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2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后端开发能力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9694" y="2798570"/>
            <a:ext cx="7271294" cy="845997"/>
          </a:xfrm>
          <a:custGeom>
            <a:avLst/>
            <a:gdLst/>
            <a:ahLst/>
            <a:cxnLst/>
            <a:rect l="l" t="t" r="r" b="b"/>
            <a:pathLst>
              <a:path w="7271294" h="845997">
                <a:moveTo>
                  <a:pt x="85674" y="0"/>
                </a:moveTo>
                <a:lnTo>
                  <a:pt x="7185620" y="0"/>
                </a:lnTo>
                <a:cubicBezTo>
                  <a:pt x="7232936" y="0"/>
                  <a:pt x="7271294" y="38358"/>
                  <a:pt x="7271294" y="85674"/>
                </a:cubicBezTo>
                <a:lnTo>
                  <a:pt x="7271294" y="760323"/>
                </a:lnTo>
                <a:cubicBezTo>
                  <a:pt x="7271294" y="807640"/>
                  <a:pt x="7232936" y="845997"/>
                  <a:pt x="7185620" y="845997"/>
                </a:cubicBezTo>
                <a:lnTo>
                  <a:pt x="85674" y="845997"/>
                </a:lnTo>
                <a:cubicBezTo>
                  <a:pt x="38358" y="845997"/>
                  <a:pt x="0" y="807640"/>
                  <a:pt x="0" y="760323"/>
                </a:cubicBezTo>
                <a:lnTo>
                  <a:pt x="0" y="85674"/>
                </a:lnTo>
                <a:cubicBezTo>
                  <a:pt x="0" y="38358"/>
                  <a:pt x="38358" y="0"/>
                  <a:pt x="8567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49618" y="2991329"/>
            <a:ext cx="171341" cy="171341"/>
          </a:xfrm>
          <a:custGeom>
            <a:avLst/>
            <a:gdLst/>
            <a:ahLst/>
            <a:cxnLst/>
            <a:rect l="l" t="t" r="r" b="b"/>
            <a:pathLst>
              <a:path w="171341" h="171341">
                <a:moveTo>
                  <a:pt x="85671" y="171341"/>
                </a:moveTo>
                <a:cubicBezTo>
                  <a:pt x="132954" y="171341"/>
                  <a:pt x="171341" y="132954"/>
                  <a:pt x="171341" y="85671"/>
                </a:cubicBezTo>
                <a:cubicBezTo>
                  <a:pt x="171341" y="38388"/>
                  <a:pt x="132954" y="0"/>
                  <a:pt x="85671" y="0"/>
                </a:cubicBezTo>
                <a:cubicBezTo>
                  <a:pt x="38388" y="0"/>
                  <a:pt x="0" y="38388"/>
                  <a:pt x="0" y="85671"/>
                </a:cubicBezTo>
                <a:cubicBezTo>
                  <a:pt x="0" y="132954"/>
                  <a:pt x="38388" y="171341"/>
                  <a:pt x="85671" y="171341"/>
                </a:cubicBezTo>
                <a:close/>
                <a:moveTo>
                  <a:pt x="113915" y="71180"/>
                </a:moveTo>
                <a:lnTo>
                  <a:pt x="87143" y="114016"/>
                </a:lnTo>
                <a:cubicBezTo>
                  <a:pt x="85738" y="116258"/>
                  <a:pt x="83328" y="117663"/>
                  <a:pt x="80684" y="117797"/>
                </a:cubicBezTo>
                <a:cubicBezTo>
                  <a:pt x="78041" y="117931"/>
                  <a:pt x="75497" y="116726"/>
                  <a:pt x="73924" y="114584"/>
                </a:cubicBezTo>
                <a:lnTo>
                  <a:pt x="57861" y="93167"/>
                </a:lnTo>
                <a:cubicBezTo>
                  <a:pt x="55184" y="89619"/>
                  <a:pt x="55920" y="84600"/>
                  <a:pt x="59467" y="81923"/>
                </a:cubicBezTo>
                <a:cubicBezTo>
                  <a:pt x="63015" y="79245"/>
                  <a:pt x="68035" y="79982"/>
                  <a:pt x="70712" y="83529"/>
                </a:cubicBezTo>
                <a:lnTo>
                  <a:pt x="79747" y="95576"/>
                </a:lnTo>
                <a:lnTo>
                  <a:pt x="100295" y="62680"/>
                </a:lnTo>
                <a:cubicBezTo>
                  <a:pt x="102637" y="58932"/>
                  <a:pt x="107590" y="57761"/>
                  <a:pt x="111372" y="60137"/>
                </a:cubicBezTo>
                <a:cubicBezTo>
                  <a:pt x="115153" y="62513"/>
                  <a:pt x="116291" y="67432"/>
                  <a:pt x="113915" y="7121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28047" y="2927076"/>
            <a:ext cx="1520653" cy="29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Boot框架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8200" y="3269758"/>
            <a:ext cx="7089244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深入理解Spring Boot核心特性，包括依赖注入、AOP切面编程、事务管理等。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9694" y="3727561"/>
            <a:ext cx="7271294" cy="845997"/>
          </a:xfrm>
          <a:custGeom>
            <a:avLst/>
            <a:gdLst/>
            <a:ahLst/>
            <a:cxnLst/>
            <a:rect l="l" t="t" r="r" b="b"/>
            <a:pathLst>
              <a:path w="7271294" h="845997">
                <a:moveTo>
                  <a:pt x="85674" y="0"/>
                </a:moveTo>
                <a:lnTo>
                  <a:pt x="7185620" y="0"/>
                </a:lnTo>
                <a:cubicBezTo>
                  <a:pt x="7232936" y="0"/>
                  <a:pt x="7271294" y="38358"/>
                  <a:pt x="7271294" y="85674"/>
                </a:cubicBezTo>
                <a:lnTo>
                  <a:pt x="7271294" y="760323"/>
                </a:lnTo>
                <a:cubicBezTo>
                  <a:pt x="7271294" y="807640"/>
                  <a:pt x="7232936" y="845997"/>
                  <a:pt x="7185620" y="845997"/>
                </a:cubicBezTo>
                <a:lnTo>
                  <a:pt x="85674" y="845997"/>
                </a:lnTo>
                <a:cubicBezTo>
                  <a:pt x="38358" y="845997"/>
                  <a:pt x="0" y="807640"/>
                  <a:pt x="0" y="760323"/>
                </a:cubicBezTo>
                <a:lnTo>
                  <a:pt x="0" y="85674"/>
                </a:lnTo>
                <a:cubicBezTo>
                  <a:pt x="0" y="38358"/>
                  <a:pt x="38358" y="0"/>
                  <a:pt x="8567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49618" y="3920320"/>
            <a:ext cx="171341" cy="171341"/>
          </a:xfrm>
          <a:custGeom>
            <a:avLst/>
            <a:gdLst/>
            <a:ahLst/>
            <a:cxnLst/>
            <a:rect l="l" t="t" r="r" b="b"/>
            <a:pathLst>
              <a:path w="171341" h="171341">
                <a:moveTo>
                  <a:pt x="85671" y="171341"/>
                </a:moveTo>
                <a:cubicBezTo>
                  <a:pt x="132954" y="171341"/>
                  <a:pt x="171341" y="132954"/>
                  <a:pt x="171341" y="85671"/>
                </a:cubicBezTo>
                <a:cubicBezTo>
                  <a:pt x="171341" y="38388"/>
                  <a:pt x="132954" y="0"/>
                  <a:pt x="85671" y="0"/>
                </a:cubicBezTo>
                <a:cubicBezTo>
                  <a:pt x="38388" y="0"/>
                  <a:pt x="0" y="38388"/>
                  <a:pt x="0" y="85671"/>
                </a:cubicBezTo>
                <a:cubicBezTo>
                  <a:pt x="0" y="132954"/>
                  <a:pt x="38388" y="171341"/>
                  <a:pt x="85671" y="171341"/>
                </a:cubicBezTo>
                <a:close/>
                <a:moveTo>
                  <a:pt x="113915" y="71180"/>
                </a:moveTo>
                <a:lnTo>
                  <a:pt x="87143" y="114016"/>
                </a:lnTo>
                <a:cubicBezTo>
                  <a:pt x="85738" y="116258"/>
                  <a:pt x="83328" y="117663"/>
                  <a:pt x="80684" y="117797"/>
                </a:cubicBezTo>
                <a:cubicBezTo>
                  <a:pt x="78041" y="117931"/>
                  <a:pt x="75497" y="116726"/>
                  <a:pt x="73924" y="114584"/>
                </a:cubicBezTo>
                <a:lnTo>
                  <a:pt x="57861" y="93167"/>
                </a:lnTo>
                <a:cubicBezTo>
                  <a:pt x="55184" y="89619"/>
                  <a:pt x="55920" y="84600"/>
                  <a:pt x="59467" y="81923"/>
                </a:cubicBezTo>
                <a:cubicBezTo>
                  <a:pt x="63015" y="79245"/>
                  <a:pt x="68035" y="79982"/>
                  <a:pt x="70712" y="83529"/>
                </a:cubicBezTo>
                <a:lnTo>
                  <a:pt x="79747" y="95576"/>
                </a:lnTo>
                <a:lnTo>
                  <a:pt x="100295" y="62680"/>
                </a:lnTo>
                <a:cubicBezTo>
                  <a:pt x="102637" y="58932"/>
                  <a:pt x="107590" y="57761"/>
                  <a:pt x="111372" y="60137"/>
                </a:cubicBezTo>
                <a:cubicBezTo>
                  <a:pt x="115153" y="62513"/>
                  <a:pt x="116291" y="67432"/>
                  <a:pt x="113915" y="7121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28047" y="3856067"/>
            <a:ext cx="1381439" cy="29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MyBatis持久层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8200" y="4198749"/>
            <a:ext cx="7089244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掌握MyBatis的XML映射配置、动态SQL编写、关联查询等高级特性。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9694" y="4656552"/>
            <a:ext cx="7271294" cy="845997"/>
          </a:xfrm>
          <a:custGeom>
            <a:avLst/>
            <a:gdLst/>
            <a:ahLst/>
            <a:cxnLst/>
            <a:rect l="l" t="t" r="r" b="b"/>
            <a:pathLst>
              <a:path w="7271294" h="845997">
                <a:moveTo>
                  <a:pt x="85674" y="0"/>
                </a:moveTo>
                <a:lnTo>
                  <a:pt x="7185620" y="0"/>
                </a:lnTo>
                <a:cubicBezTo>
                  <a:pt x="7232936" y="0"/>
                  <a:pt x="7271294" y="38358"/>
                  <a:pt x="7271294" y="85674"/>
                </a:cubicBezTo>
                <a:lnTo>
                  <a:pt x="7271294" y="760323"/>
                </a:lnTo>
                <a:cubicBezTo>
                  <a:pt x="7271294" y="807640"/>
                  <a:pt x="7232936" y="845997"/>
                  <a:pt x="7185620" y="845997"/>
                </a:cubicBezTo>
                <a:lnTo>
                  <a:pt x="85674" y="845997"/>
                </a:lnTo>
                <a:cubicBezTo>
                  <a:pt x="38358" y="845997"/>
                  <a:pt x="0" y="807640"/>
                  <a:pt x="0" y="760323"/>
                </a:cubicBezTo>
                <a:lnTo>
                  <a:pt x="0" y="85674"/>
                </a:lnTo>
                <a:cubicBezTo>
                  <a:pt x="0" y="38358"/>
                  <a:pt x="38358" y="0"/>
                  <a:pt x="8567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49618" y="4849311"/>
            <a:ext cx="171341" cy="171341"/>
          </a:xfrm>
          <a:custGeom>
            <a:avLst/>
            <a:gdLst/>
            <a:ahLst/>
            <a:cxnLst/>
            <a:rect l="l" t="t" r="r" b="b"/>
            <a:pathLst>
              <a:path w="171341" h="171341">
                <a:moveTo>
                  <a:pt x="85671" y="171341"/>
                </a:moveTo>
                <a:cubicBezTo>
                  <a:pt x="132954" y="171341"/>
                  <a:pt x="171341" y="132954"/>
                  <a:pt x="171341" y="85671"/>
                </a:cubicBezTo>
                <a:cubicBezTo>
                  <a:pt x="171341" y="38388"/>
                  <a:pt x="132954" y="0"/>
                  <a:pt x="85671" y="0"/>
                </a:cubicBezTo>
                <a:cubicBezTo>
                  <a:pt x="38388" y="0"/>
                  <a:pt x="0" y="38388"/>
                  <a:pt x="0" y="85671"/>
                </a:cubicBezTo>
                <a:cubicBezTo>
                  <a:pt x="0" y="132954"/>
                  <a:pt x="38388" y="171341"/>
                  <a:pt x="85671" y="171341"/>
                </a:cubicBezTo>
                <a:close/>
                <a:moveTo>
                  <a:pt x="113915" y="71180"/>
                </a:moveTo>
                <a:lnTo>
                  <a:pt x="87143" y="114016"/>
                </a:lnTo>
                <a:cubicBezTo>
                  <a:pt x="85738" y="116258"/>
                  <a:pt x="83328" y="117663"/>
                  <a:pt x="80684" y="117797"/>
                </a:cubicBezTo>
                <a:cubicBezTo>
                  <a:pt x="78041" y="117931"/>
                  <a:pt x="75497" y="116726"/>
                  <a:pt x="73924" y="114584"/>
                </a:cubicBezTo>
                <a:lnTo>
                  <a:pt x="57861" y="93167"/>
                </a:lnTo>
                <a:cubicBezTo>
                  <a:pt x="55184" y="89619"/>
                  <a:pt x="55920" y="84600"/>
                  <a:pt x="59467" y="81923"/>
                </a:cubicBezTo>
                <a:cubicBezTo>
                  <a:pt x="63015" y="79245"/>
                  <a:pt x="68035" y="79982"/>
                  <a:pt x="70712" y="83529"/>
                </a:cubicBezTo>
                <a:lnTo>
                  <a:pt x="79747" y="95576"/>
                </a:lnTo>
                <a:lnTo>
                  <a:pt x="100295" y="62680"/>
                </a:lnTo>
                <a:cubicBezTo>
                  <a:pt x="102637" y="58932"/>
                  <a:pt x="107590" y="57761"/>
                  <a:pt x="111372" y="60137"/>
                </a:cubicBezTo>
                <a:cubicBezTo>
                  <a:pt x="115153" y="62513"/>
                  <a:pt x="116291" y="67432"/>
                  <a:pt x="113915" y="7121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28047" y="4785058"/>
            <a:ext cx="1520653" cy="29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RESTful API设计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8200" y="5127740"/>
            <a:ext cx="7089244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理解RESTful设计原则，掌握API路径命名、HTTP方法使用、状态码规范等。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9694" y="5585542"/>
            <a:ext cx="7271294" cy="845997"/>
          </a:xfrm>
          <a:custGeom>
            <a:avLst/>
            <a:gdLst/>
            <a:ahLst/>
            <a:cxnLst/>
            <a:rect l="l" t="t" r="r" b="b"/>
            <a:pathLst>
              <a:path w="7271294" h="845997">
                <a:moveTo>
                  <a:pt x="85674" y="0"/>
                </a:moveTo>
                <a:lnTo>
                  <a:pt x="7185620" y="0"/>
                </a:lnTo>
                <a:cubicBezTo>
                  <a:pt x="7232936" y="0"/>
                  <a:pt x="7271294" y="38358"/>
                  <a:pt x="7271294" y="85674"/>
                </a:cubicBezTo>
                <a:lnTo>
                  <a:pt x="7271294" y="760323"/>
                </a:lnTo>
                <a:cubicBezTo>
                  <a:pt x="7271294" y="807640"/>
                  <a:pt x="7232936" y="845997"/>
                  <a:pt x="7185620" y="845997"/>
                </a:cubicBezTo>
                <a:lnTo>
                  <a:pt x="85674" y="845997"/>
                </a:lnTo>
                <a:cubicBezTo>
                  <a:pt x="38358" y="845997"/>
                  <a:pt x="0" y="807640"/>
                  <a:pt x="0" y="760323"/>
                </a:cubicBezTo>
                <a:lnTo>
                  <a:pt x="0" y="85674"/>
                </a:lnTo>
                <a:cubicBezTo>
                  <a:pt x="0" y="38358"/>
                  <a:pt x="38358" y="0"/>
                  <a:pt x="8567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49618" y="5778301"/>
            <a:ext cx="171341" cy="171341"/>
          </a:xfrm>
          <a:custGeom>
            <a:avLst/>
            <a:gdLst/>
            <a:ahLst/>
            <a:cxnLst/>
            <a:rect l="l" t="t" r="r" b="b"/>
            <a:pathLst>
              <a:path w="171341" h="171341">
                <a:moveTo>
                  <a:pt x="85671" y="171341"/>
                </a:moveTo>
                <a:cubicBezTo>
                  <a:pt x="132954" y="171341"/>
                  <a:pt x="171341" y="132954"/>
                  <a:pt x="171341" y="85671"/>
                </a:cubicBezTo>
                <a:cubicBezTo>
                  <a:pt x="171341" y="38388"/>
                  <a:pt x="132954" y="0"/>
                  <a:pt x="85671" y="0"/>
                </a:cubicBezTo>
                <a:cubicBezTo>
                  <a:pt x="38388" y="0"/>
                  <a:pt x="0" y="38388"/>
                  <a:pt x="0" y="85671"/>
                </a:cubicBezTo>
                <a:cubicBezTo>
                  <a:pt x="0" y="132954"/>
                  <a:pt x="38388" y="171341"/>
                  <a:pt x="85671" y="171341"/>
                </a:cubicBezTo>
                <a:close/>
                <a:moveTo>
                  <a:pt x="113915" y="71180"/>
                </a:moveTo>
                <a:lnTo>
                  <a:pt x="87143" y="114016"/>
                </a:lnTo>
                <a:cubicBezTo>
                  <a:pt x="85738" y="116258"/>
                  <a:pt x="83328" y="117663"/>
                  <a:pt x="80684" y="117797"/>
                </a:cubicBezTo>
                <a:cubicBezTo>
                  <a:pt x="78041" y="117931"/>
                  <a:pt x="75497" y="116726"/>
                  <a:pt x="73924" y="114584"/>
                </a:cubicBezTo>
                <a:lnTo>
                  <a:pt x="57861" y="93167"/>
                </a:lnTo>
                <a:cubicBezTo>
                  <a:pt x="55184" y="89619"/>
                  <a:pt x="55920" y="84600"/>
                  <a:pt x="59467" y="81923"/>
                </a:cubicBezTo>
                <a:cubicBezTo>
                  <a:pt x="63015" y="79245"/>
                  <a:pt x="68035" y="79982"/>
                  <a:pt x="70712" y="83529"/>
                </a:cubicBezTo>
                <a:lnTo>
                  <a:pt x="79747" y="95576"/>
                </a:lnTo>
                <a:lnTo>
                  <a:pt x="100295" y="62680"/>
                </a:lnTo>
                <a:cubicBezTo>
                  <a:pt x="102637" y="58932"/>
                  <a:pt x="107590" y="57761"/>
                  <a:pt x="111372" y="60137"/>
                </a:cubicBezTo>
                <a:cubicBezTo>
                  <a:pt x="115153" y="62513"/>
                  <a:pt x="116291" y="67432"/>
                  <a:pt x="113915" y="7121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28047" y="5714048"/>
            <a:ext cx="1638451" cy="29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数据库设计与优化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8200" y="6056731"/>
            <a:ext cx="7089244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学习MySQL数据库设计，包括表结构设计、索引优化、事务处理与并发控制。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14786" y="1963282"/>
            <a:ext cx="7613976" cy="4636922"/>
          </a:xfrm>
          <a:custGeom>
            <a:avLst/>
            <a:gdLst/>
            <a:ahLst/>
            <a:cxnLst/>
            <a:rect l="l" t="t" r="r" b="b"/>
            <a:pathLst>
              <a:path w="7613976" h="4636922">
                <a:moveTo>
                  <a:pt x="42835" y="0"/>
                </a:moveTo>
                <a:lnTo>
                  <a:pt x="7571141" y="0"/>
                </a:lnTo>
                <a:cubicBezTo>
                  <a:pt x="7594798" y="0"/>
                  <a:pt x="7613976" y="19178"/>
                  <a:pt x="7613976" y="42835"/>
                </a:cubicBezTo>
                <a:lnTo>
                  <a:pt x="7613976" y="4551232"/>
                </a:lnTo>
                <a:cubicBezTo>
                  <a:pt x="7613976" y="4598557"/>
                  <a:pt x="7575611" y="4636922"/>
                  <a:pt x="7528286" y="4636922"/>
                </a:cubicBezTo>
                <a:lnTo>
                  <a:pt x="85690" y="4636922"/>
                </a:lnTo>
                <a:cubicBezTo>
                  <a:pt x="38365" y="4636922"/>
                  <a:pt x="0" y="4598557"/>
                  <a:pt x="0" y="4551232"/>
                </a:cubicBez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214786" y="1963282"/>
            <a:ext cx="7613976" cy="42835"/>
          </a:xfrm>
          <a:custGeom>
            <a:avLst/>
            <a:gdLst/>
            <a:ahLst/>
            <a:cxnLst/>
            <a:rect l="l" t="t" r="r" b="b"/>
            <a:pathLst>
              <a:path w="7613976" h="42835">
                <a:moveTo>
                  <a:pt x="42835" y="0"/>
                </a:moveTo>
                <a:lnTo>
                  <a:pt x="7571141" y="0"/>
                </a:lnTo>
                <a:cubicBezTo>
                  <a:pt x="7594798" y="0"/>
                  <a:pt x="7613976" y="19178"/>
                  <a:pt x="7613976" y="42835"/>
                </a:cubicBezTo>
                <a:lnTo>
                  <a:pt x="7613976" y="42835"/>
                </a:lnTo>
                <a:lnTo>
                  <a:pt x="0" y="42835"/>
                </a:lnTo>
                <a:lnTo>
                  <a:pt x="0" y="42835"/>
                </a:lnTo>
                <a:cubicBezTo>
                  <a:pt x="0" y="19194"/>
                  <a:pt x="19194" y="0"/>
                  <a:pt x="42835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86128" y="2156040"/>
            <a:ext cx="514024" cy="514024"/>
          </a:xfrm>
          <a:custGeom>
            <a:avLst/>
            <a:gdLst/>
            <a:ahLst/>
            <a:cxnLst/>
            <a:rect l="l" t="t" r="r" b="b"/>
            <a:pathLst>
              <a:path w="514024" h="514024">
                <a:moveTo>
                  <a:pt x="85672" y="0"/>
                </a:moveTo>
                <a:lnTo>
                  <a:pt x="428351" y="0"/>
                </a:lnTo>
                <a:cubicBezTo>
                  <a:pt x="475667" y="0"/>
                  <a:pt x="514024" y="38357"/>
                  <a:pt x="514024" y="85672"/>
                </a:cubicBezTo>
                <a:lnTo>
                  <a:pt x="514024" y="428351"/>
                </a:lnTo>
                <a:cubicBezTo>
                  <a:pt x="514024" y="475667"/>
                  <a:pt x="475667" y="514024"/>
                  <a:pt x="428351" y="514024"/>
                </a:cubicBezTo>
                <a:lnTo>
                  <a:pt x="85672" y="514024"/>
                </a:lnTo>
                <a:cubicBezTo>
                  <a:pt x="38357" y="514024"/>
                  <a:pt x="0" y="475667"/>
                  <a:pt x="0" y="428351"/>
                </a:cubicBezTo>
                <a:lnTo>
                  <a:pt x="0" y="85672"/>
                </a:lnTo>
                <a:cubicBezTo>
                  <a:pt x="0" y="38388"/>
                  <a:pt x="38388" y="0"/>
                  <a:pt x="8567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482507" y="2284546"/>
            <a:ext cx="321265" cy="257012"/>
          </a:xfrm>
          <a:custGeom>
            <a:avLst/>
            <a:gdLst/>
            <a:ahLst/>
            <a:cxnLst/>
            <a:rect l="l" t="t" r="r" b="b"/>
            <a:pathLst>
              <a:path w="321265" h="257012">
                <a:moveTo>
                  <a:pt x="32126" y="48190"/>
                </a:moveTo>
                <a:cubicBezTo>
                  <a:pt x="32126" y="30470"/>
                  <a:pt x="46533" y="16063"/>
                  <a:pt x="64253" y="16063"/>
                </a:cubicBezTo>
                <a:lnTo>
                  <a:pt x="257012" y="16063"/>
                </a:lnTo>
                <a:cubicBezTo>
                  <a:pt x="274732" y="16063"/>
                  <a:pt x="289138" y="30470"/>
                  <a:pt x="289138" y="48190"/>
                </a:cubicBezTo>
                <a:lnTo>
                  <a:pt x="289138" y="168664"/>
                </a:lnTo>
                <a:lnTo>
                  <a:pt x="257012" y="168664"/>
                </a:lnTo>
                <a:lnTo>
                  <a:pt x="257012" y="48190"/>
                </a:lnTo>
                <a:lnTo>
                  <a:pt x="64253" y="48190"/>
                </a:lnTo>
                <a:lnTo>
                  <a:pt x="64253" y="168664"/>
                </a:lnTo>
                <a:lnTo>
                  <a:pt x="32126" y="168664"/>
                </a:lnTo>
                <a:lnTo>
                  <a:pt x="32126" y="48190"/>
                </a:lnTo>
                <a:close/>
                <a:moveTo>
                  <a:pt x="0" y="202397"/>
                </a:moveTo>
                <a:cubicBezTo>
                  <a:pt x="0" y="197076"/>
                  <a:pt x="4317" y="192759"/>
                  <a:pt x="9638" y="192759"/>
                </a:cubicBezTo>
                <a:lnTo>
                  <a:pt x="311627" y="192759"/>
                </a:lnTo>
                <a:cubicBezTo>
                  <a:pt x="316948" y="192759"/>
                  <a:pt x="321265" y="197076"/>
                  <a:pt x="321265" y="202397"/>
                </a:cubicBezTo>
                <a:cubicBezTo>
                  <a:pt x="321265" y="223681"/>
                  <a:pt x="303997" y="240949"/>
                  <a:pt x="282713" y="240949"/>
                </a:cubicBezTo>
                <a:lnTo>
                  <a:pt x="38552" y="240949"/>
                </a:lnTo>
                <a:cubicBezTo>
                  <a:pt x="17268" y="240949"/>
                  <a:pt x="0" y="223681"/>
                  <a:pt x="0" y="202397"/>
                </a:cubicBezTo>
                <a:close/>
                <a:moveTo>
                  <a:pt x="141055" y="104913"/>
                </a:moveTo>
                <a:lnTo>
                  <a:pt x="125494" y="120474"/>
                </a:lnTo>
                <a:lnTo>
                  <a:pt x="141055" y="136036"/>
                </a:lnTo>
                <a:cubicBezTo>
                  <a:pt x="145774" y="140754"/>
                  <a:pt x="145774" y="148384"/>
                  <a:pt x="141055" y="153053"/>
                </a:cubicBezTo>
                <a:cubicBezTo>
                  <a:pt x="136337" y="157721"/>
                  <a:pt x="128707" y="157771"/>
                  <a:pt x="124038" y="153053"/>
                </a:cubicBezTo>
                <a:lnTo>
                  <a:pt x="99943" y="128958"/>
                </a:lnTo>
                <a:cubicBezTo>
                  <a:pt x="95225" y="124239"/>
                  <a:pt x="95225" y="116609"/>
                  <a:pt x="99943" y="111941"/>
                </a:cubicBezTo>
                <a:lnTo>
                  <a:pt x="124038" y="87846"/>
                </a:lnTo>
                <a:cubicBezTo>
                  <a:pt x="128757" y="83127"/>
                  <a:pt x="136387" y="83127"/>
                  <a:pt x="141055" y="87846"/>
                </a:cubicBezTo>
                <a:cubicBezTo>
                  <a:pt x="145724" y="92564"/>
                  <a:pt x="145774" y="100194"/>
                  <a:pt x="141055" y="104863"/>
                </a:cubicBezTo>
                <a:close/>
                <a:moveTo>
                  <a:pt x="197277" y="87846"/>
                </a:moveTo>
                <a:lnTo>
                  <a:pt x="221372" y="111941"/>
                </a:lnTo>
                <a:cubicBezTo>
                  <a:pt x="226090" y="116659"/>
                  <a:pt x="226090" y="124289"/>
                  <a:pt x="221372" y="128958"/>
                </a:cubicBezTo>
                <a:lnTo>
                  <a:pt x="197277" y="153053"/>
                </a:lnTo>
                <a:cubicBezTo>
                  <a:pt x="192558" y="157771"/>
                  <a:pt x="184928" y="157771"/>
                  <a:pt x="180260" y="153053"/>
                </a:cubicBezTo>
                <a:cubicBezTo>
                  <a:pt x="175591" y="148334"/>
                  <a:pt x="175541" y="140704"/>
                  <a:pt x="180260" y="136036"/>
                </a:cubicBezTo>
                <a:lnTo>
                  <a:pt x="195821" y="120474"/>
                </a:lnTo>
                <a:lnTo>
                  <a:pt x="180260" y="104913"/>
                </a:lnTo>
                <a:cubicBezTo>
                  <a:pt x="175541" y="100194"/>
                  <a:pt x="175541" y="92564"/>
                  <a:pt x="180260" y="87896"/>
                </a:cubicBezTo>
                <a:cubicBezTo>
                  <a:pt x="184978" y="83228"/>
                  <a:pt x="192608" y="83177"/>
                  <a:pt x="197277" y="87896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028657" y="2241711"/>
            <a:ext cx="1670577" cy="342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2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前端开发能力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86128" y="2798570"/>
            <a:ext cx="7271294" cy="845997"/>
          </a:xfrm>
          <a:custGeom>
            <a:avLst/>
            <a:gdLst/>
            <a:ahLst/>
            <a:cxnLst/>
            <a:rect l="l" t="t" r="r" b="b"/>
            <a:pathLst>
              <a:path w="7271294" h="845997">
                <a:moveTo>
                  <a:pt x="85674" y="0"/>
                </a:moveTo>
                <a:lnTo>
                  <a:pt x="7185620" y="0"/>
                </a:lnTo>
                <a:cubicBezTo>
                  <a:pt x="7232936" y="0"/>
                  <a:pt x="7271294" y="38358"/>
                  <a:pt x="7271294" y="85674"/>
                </a:cubicBezTo>
                <a:lnTo>
                  <a:pt x="7271294" y="760323"/>
                </a:lnTo>
                <a:cubicBezTo>
                  <a:pt x="7271294" y="807640"/>
                  <a:pt x="7232936" y="845997"/>
                  <a:pt x="7185620" y="845997"/>
                </a:cubicBezTo>
                <a:lnTo>
                  <a:pt x="85674" y="845997"/>
                </a:lnTo>
                <a:cubicBezTo>
                  <a:pt x="38358" y="845997"/>
                  <a:pt x="0" y="807640"/>
                  <a:pt x="0" y="760323"/>
                </a:cubicBezTo>
                <a:lnTo>
                  <a:pt x="0" y="85674"/>
                </a:lnTo>
                <a:cubicBezTo>
                  <a:pt x="0" y="38358"/>
                  <a:pt x="38358" y="0"/>
                  <a:pt x="8567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536051" y="2991329"/>
            <a:ext cx="171341" cy="171341"/>
          </a:xfrm>
          <a:custGeom>
            <a:avLst/>
            <a:gdLst/>
            <a:ahLst/>
            <a:cxnLst/>
            <a:rect l="l" t="t" r="r" b="b"/>
            <a:pathLst>
              <a:path w="171341" h="171341">
                <a:moveTo>
                  <a:pt x="85671" y="171341"/>
                </a:moveTo>
                <a:cubicBezTo>
                  <a:pt x="132954" y="171341"/>
                  <a:pt x="171341" y="132954"/>
                  <a:pt x="171341" y="85671"/>
                </a:cubicBezTo>
                <a:cubicBezTo>
                  <a:pt x="171341" y="38388"/>
                  <a:pt x="132954" y="0"/>
                  <a:pt x="85671" y="0"/>
                </a:cubicBezTo>
                <a:cubicBezTo>
                  <a:pt x="38388" y="0"/>
                  <a:pt x="0" y="38388"/>
                  <a:pt x="0" y="85671"/>
                </a:cubicBezTo>
                <a:cubicBezTo>
                  <a:pt x="0" y="132954"/>
                  <a:pt x="38388" y="171341"/>
                  <a:pt x="85671" y="171341"/>
                </a:cubicBezTo>
                <a:close/>
                <a:moveTo>
                  <a:pt x="113915" y="71180"/>
                </a:moveTo>
                <a:lnTo>
                  <a:pt x="87143" y="114016"/>
                </a:lnTo>
                <a:cubicBezTo>
                  <a:pt x="85738" y="116258"/>
                  <a:pt x="83328" y="117663"/>
                  <a:pt x="80684" y="117797"/>
                </a:cubicBezTo>
                <a:cubicBezTo>
                  <a:pt x="78041" y="117931"/>
                  <a:pt x="75497" y="116726"/>
                  <a:pt x="73924" y="114584"/>
                </a:cubicBezTo>
                <a:lnTo>
                  <a:pt x="57861" y="93167"/>
                </a:lnTo>
                <a:cubicBezTo>
                  <a:pt x="55184" y="89619"/>
                  <a:pt x="55920" y="84600"/>
                  <a:pt x="59467" y="81923"/>
                </a:cubicBezTo>
                <a:cubicBezTo>
                  <a:pt x="63015" y="79245"/>
                  <a:pt x="68035" y="79982"/>
                  <a:pt x="70712" y="83529"/>
                </a:cubicBezTo>
                <a:lnTo>
                  <a:pt x="79747" y="95576"/>
                </a:lnTo>
                <a:lnTo>
                  <a:pt x="100295" y="62680"/>
                </a:lnTo>
                <a:cubicBezTo>
                  <a:pt x="102637" y="58932"/>
                  <a:pt x="107590" y="57761"/>
                  <a:pt x="111372" y="60137"/>
                </a:cubicBezTo>
                <a:cubicBezTo>
                  <a:pt x="115153" y="62513"/>
                  <a:pt x="116291" y="67432"/>
                  <a:pt x="113915" y="7121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814481" y="2927076"/>
            <a:ext cx="1006630" cy="29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 3框架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14634" y="3269758"/>
            <a:ext cx="7089244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掌握Vue 3的Composition API、响应式原理、组件通信等核心概念。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86128" y="3727561"/>
            <a:ext cx="7271294" cy="845997"/>
          </a:xfrm>
          <a:custGeom>
            <a:avLst/>
            <a:gdLst/>
            <a:ahLst/>
            <a:cxnLst/>
            <a:rect l="l" t="t" r="r" b="b"/>
            <a:pathLst>
              <a:path w="7271294" h="845997">
                <a:moveTo>
                  <a:pt x="85674" y="0"/>
                </a:moveTo>
                <a:lnTo>
                  <a:pt x="7185620" y="0"/>
                </a:lnTo>
                <a:cubicBezTo>
                  <a:pt x="7232936" y="0"/>
                  <a:pt x="7271294" y="38358"/>
                  <a:pt x="7271294" y="85674"/>
                </a:cubicBezTo>
                <a:lnTo>
                  <a:pt x="7271294" y="760323"/>
                </a:lnTo>
                <a:cubicBezTo>
                  <a:pt x="7271294" y="807640"/>
                  <a:pt x="7232936" y="845997"/>
                  <a:pt x="7185620" y="845997"/>
                </a:cubicBezTo>
                <a:lnTo>
                  <a:pt x="85674" y="845997"/>
                </a:lnTo>
                <a:cubicBezTo>
                  <a:pt x="38358" y="845997"/>
                  <a:pt x="0" y="807640"/>
                  <a:pt x="0" y="760323"/>
                </a:cubicBezTo>
                <a:lnTo>
                  <a:pt x="0" y="85674"/>
                </a:lnTo>
                <a:cubicBezTo>
                  <a:pt x="0" y="38358"/>
                  <a:pt x="38358" y="0"/>
                  <a:pt x="8567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536051" y="3920320"/>
            <a:ext cx="171341" cy="171341"/>
          </a:xfrm>
          <a:custGeom>
            <a:avLst/>
            <a:gdLst/>
            <a:ahLst/>
            <a:cxnLst/>
            <a:rect l="l" t="t" r="r" b="b"/>
            <a:pathLst>
              <a:path w="171341" h="171341">
                <a:moveTo>
                  <a:pt x="85671" y="171341"/>
                </a:moveTo>
                <a:cubicBezTo>
                  <a:pt x="132954" y="171341"/>
                  <a:pt x="171341" y="132954"/>
                  <a:pt x="171341" y="85671"/>
                </a:cubicBezTo>
                <a:cubicBezTo>
                  <a:pt x="171341" y="38388"/>
                  <a:pt x="132954" y="0"/>
                  <a:pt x="85671" y="0"/>
                </a:cubicBezTo>
                <a:cubicBezTo>
                  <a:pt x="38388" y="0"/>
                  <a:pt x="0" y="38388"/>
                  <a:pt x="0" y="85671"/>
                </a:cubicBezTo>
                <a:cubicBezTo>
                  <a:pt x="0" y="132954"/>
                  <a:pt x="38388" y="171341"/>
                  <a:pt x="85671" y="171341"/>
                </a:cubicBezTo>
                <a:close/>
                <a:moveTo>
                  <a:pt x="113915" y="71180"/>
                </a:moveTo>
                <a:lnTo>
                  <a:pt x="87143" y="114016"/>
                </a:lnTo>
                <a:cubicBezTo>
                  <a:pt x="85738" y="116258"/>
                  <a:pt x="83328" y="117663"/>
                  <a:pt x="80684" y="117797"/>
                </a:cubicBezTo>
                <a:cubicBezTo>
                  <a:pt x="78041" y="117931"/>
                  <a:pt x="75497" y="116726"/>
                  <a:pt x="73924" y="114584"/>
                </a:cubicBezTo>
                <a:lnTo>
                  <a:pt x="57861" y="93167"/>
                </a:lnTo>
                <a:cubicBezTo>
                  <a:pt x="55184" y="89619"/>
                  <a:pt x="55920" y="84600"/>
                  <a:pt x="59467" y="81923"/>
                </a:cubicBezTo>
                <a:cubicBezTo>
                  <a:pt x="63015" y="79245"/>
                  <a:pt x="68035" y="79982"/>
                  <a:pt x="70712" y="83529"/>
                </a:cubicBezTo>
                <a:lnTo>
                  <a:pt x="79747" y="95576"/>
                </a:lnTo>
                <a:lnTo>
                  <a:pt x="100295" y="62680"/>
                </a:lnTo>
                <a:cubicBezTo>
                  <a:pt x="102637" y="58932"/>
                  <a:pt x="107590" y="57761"/>
                  <a:pt x="111372" y="60137"/>
                </a:cubicBezTo>
                <a:cubicBezTo>
                  <a:pt x="115153" y="62513"/>
                  <a:pt x="116291" y="67432"/>
                  <a:pt x="113915" y="7121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814481" y="3856067"/>
            <a:ext cx="1841918" cy="29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Element Plus组件库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14634" y="4198749"/>
            <a:ext cx="7089244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熟练使用Element Plus的表格、表单、对话框等组件快速构建管理界面。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86128" y="4656552"/>
            <a:ext cx="7271294" cy="845997"/>
          </a:xfrm>
          <a:custGeom>
            <a:avLst/>
            <a:gdLst/>
            <a:ahLst/>
            <a:cxnLst/>
            <a:rect l="l" t="t" r="r" b="b"/>
            <a:pathLst>
              <a:path w="7271294" h="845997">
                <a:moveTo>
                  <a:pt x="85674" y="0"/>
                </a:moveTo>
                <a:lnTo>
                  <a:pt x="7185620" y="0"/>
                </a:lnTo>
                <a:cubicBezTo>
                  <a:pt x="7232936" y="0"/>
                  <a:pt x="7271294" y="38358"/>
                  <a:pt x="7271294" y="85674"/>
                </a:cubicBezTo>
                <a:lnTo>
                  <a:pt x="7271294" y="760323"/>
                </a:lnTo>
                <a:cubicBezTo>
                  <a:pt x="7271294" y="807640"/>
                  <a:pt x="7232936" y="845997"/>
                  <a:pt x="7185620" y="845997"/>
                </a:cubicBezTo>
                <a:lnTo>
                  <a:pt x="85674" y="845997"/>
                </a:lnTo>
                <a:cubicBezTo>
                  <a:pt x="38358" y="845997"/>
                  <a:pt x="0" y="807640"/>
                  <a:pt x="0" y="760323"/>
                </a:cubicBezTo>
                <a:lnTo>
                  <a:pt x="0" y="85674"/>
                </a:lnTo>
                <a:cubicBezTo>
                  <a:pt x="0" y="38358"/>
                  <a:pt x="38358" y="0"/>
                  <a:pt x="8567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536051" y="4849311"/>
            <a:ext cx="171341" cy="171341"/>
          </a:xfrm>
          <a:custGeom>
            <a:avLst/>
            <a:gdLst/>
            <a:ahLst/>
            <a:cxnLst/>
            <a:rect l="l" t="t" r="r" b="b"/>
            <a:pathLst>
              <a:path w="171341" h="171341">
                <a:moveTo>
                  <a:pt x="85671" y="171341"/>
                </a:moveTo>
                <a:cubicBezTo>
                  <a:pt x="132954" y="171341"/>
                  <a:pt x="171341" y="132954"/>
                  <a:pt x="171341" y="85671"/>
                </a:cubicBezTo>
                <a:cubicBezTo>
                  <a:pt x="171341" y="38388"/>
                  <a:pt x="132954" y="0"/>
                  <a:pt x="85671" y="0"/>
                </a:cubicBezTo>
                <a:cubicBezTo>
                  <a:pt x="38388" y="0"/>
                  <a:pt x="0" y="38388"/>
                  <a:pt x="0" y="85671"/>
                </a:cubicBezTo>
                <a:cubicBezTo>
                  <a:pt x="0" y="132954"/>
                  <a:pt x="38388" y="171341"/>
                  <a:pt x="85671" y="171341"/>
                </a:cubicBezTo>
                <a:close/>
                <a:moveTo>
                  <a:pt x="113915" y="71180"/>
                </a:moveTo>
                <a:lnTo>
                  <a:pt x="87143" y="114016"/>
                </a:lnTo>
                <a:cubicBezTo>
                  <a:pt x="85738" y="116258"/>
                  <a:pt x="83328" y="117663"/>
                  <a:pt x="80684" y="117797"/>
                </a:cubicBezTo>
                <a:cubicBezTo>
                  <a:pt x="78041" y="117931"/>
                  <a:pt x="75497" y="116726"/>
                  <a:pt x="73924" y="114584"/>
                </a:cubicBezTo>
                <a:lnTo>
                  <a:pt x="57861" y="93167"/>
                </a:lnTo>
                <a:cubicBezTo>
                  <a:pt x="55184" y="89619"/>
                  <a:pt x="55920" y="84600"/>
                  <a:pt x="59467" y="81923"/>
                </a:cubicBezTo>
                <a:cubicBezTo>
                  <a:pt x="63015" y="79245"/>
                  <a:pt x="68035" y="79982"/>
                  <a:pt x="70712" y="83529"/>
                </a:cubicBezTo>
                <a:lnTo>
                  <a:pt x="79747" y="95576"/>
                </a:lnTo>
                <a:lnTo>
                  <a:pt x="100295" y="62680"/>
                </a:lnTo>
                <a:cubicBezTo>
                  <a:pt x="102637" y="58932"/>
                  <a:pt x="107590" y="57761"/>
                  <a:pt x="111372" y="60137"/>
                </a:cubicBezTo>
                <a:cubicBezTo>
                  <a:pt x="115153" y="62513"/>
                  <a:pt x="116291" y="67432"/>
                  <a:pt x="113915" y="7121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814481" y="4785058"/>
            <a:ext cx="1060174" cy="29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前后端分离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14634" y="5127740"/>
            <a:ext cx="7089244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理解前后端分离开发模式，掌握Axios HTTP客户端使用、API接口对接等。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86128" y="5585542"/>
            <a:ext cx="7271294" cy="845997"/>
          </a:xfrm>
          <a:custGeom>
            <a:avLst/>
            <a:gdLst/>
            <a:ahLst/>
            <a:cxnLst/>
            <a:rect l="l" t="t" r="r" b="b"/>
            <a:pathLst>
              <a:path w="7271294" h="845997">
                <a:moveTo>
                  <a:pt x="85674" y="0"/>
                </a:moveTo>
                <a:lnTo>
                  <a:pt x="7185620" y="0"/>
                </a:lnTo>
                <a:cubicBezTo>
                  <a:pt x="7232936" y="0"/>
                  <a:pt x="7271294" y="38358"/>
                  <a:pt x="7271294" y="85674"/>
                </a:cubicBezTo>
                <a:lnTo>
                  <a:pt x="7271294" y="760323"/>
                </a:lnTo>
                <a:cubicBezTo>
                  <a:pt x="7271294" y="807640"/>
                  <a:pt x="7232936" y="845997"/>
                  <a:pt x="7185620" y="845997"/>
                </a:cubicBezTo>
                <a:lnTo>
                  <a:pt x="85674" y="845997"/>
                </a:lnTo>
                <a:cubicBezTo>
                  <a:pt x="38358" y="845997"/>
                  <a:pt x="0" y="807640"/>
                  <a:pt x="0" y="760323"/>
                </a:cubicBezTo>
                <a:lnTo>
                  <a:pt x="0" y="85674"/>
                </a:lnTo>
                <a:cubicBezTo>
                  <a:pt x="0" y="38358"/>
                  <a:pt x="38358" y="0"/>
                  <a:pt x="8567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536051" y="5778301"/>
            <a:ext cx="171341" cy="171341"/>
          </a:xfrm>
          <a:custGeom>
            <a:avLst/>
            <a:gdLst/>
            <a:ahLst/>
            <a:cxnLst/>
            <a:rect l="l" t="t" r="r" b="b"/>
            <a:pathLst>
              <a:path w="171341" h="171341">
                <a:moveTo>
                  <a:pt x="85671" y="171341"/>
                </a:moveTo>
                <a:cubicBezTo>
                  <a:pt x="132954" y="171341"/>
                  <a:pt x="171341" y="132954"/>
                  <a:pt x="171341" y="85671"/>
                </a:cubicBezTo>
                <a:cubicBezTo>
                  <a:pt x="171341" y="38388"/>
                  <a:pt x="132954" y="0"/>
                  <a:pt x="85671" y="0"/>
                </a:cubicBezTo>
                <a:cubicBezTo>
                  <a:pt x="38388" y="0"/>
                  <a:pt x="0" y="38388"/>
                  <a:pt x="0" y="85671"/>
                </a:cubicBezTo>
                <a:cubicBezTo>
                  <a:pt x="0" y="132954"/>
                  <a:pt x="38388" y="171341"/>
                  <a:pt x="85671" y="171341"/>
                </a:cubicBezTo>
                <a:close/>
                <a:moveTo>
                  <a:pt x="113915" y="71180"/>
                </a:moveTo>
                <a:lnTo>
                  <a:pt x="87143" y="114016"/>
                </a:lnTo>
                <a:cubicBezTo>
                  <a:pt x="85738" y="116258"/>
                  <a:pt x="83328" y="117663"/>
                  <a:pt x="80684" y="117797"/>
                </a:cubicBezTo>
                <a:cubicBezTo>
                  <a:pt x="78041" y="117931"/>
                  <a:pt x="75497" y="116726"/>
                  <a:pt x="73924" y="114584"/>
                </a:cubicBezTo>
                <a:lnTo>
                  <a:pt x="57861" y="93167"/>
                </a:lnTo>
                <a:cubicBezTo>
                  <a:pt x="55184" y="89619"/>
                  <a:pt x="55920" y="84600"/>
                  <a:pt x="59467" y="81923"/>
                </a:cubicBezTo>
                <a:cubicBezTo>
                  <a:pt x="63015" y="79245"/>
                  <a:pt x="68035" y="79982"/>
                  <a:pt x="70712" y="83529"/>
                </a:cubicBezTo>
                <a:lnTo>
                  <a:pt x="79747" y="95576"/>
                </a:lnTo>
                <a:lnTo>
                  <a:pt x="100295" y="62680"/>
                </a:lnTo>
                <a:cubicBezTo>
                  <a:pt x="102637" y="58932"/>
                  <a:pt x="107590" y="57761"/>
                  <a:pt x="111372" y="60137"/>
                </a:cubicBezTo>
                <a:cubicBezTo>
                  <a:pt x="115153" y="62513"/>
                  <a:pt x="116291" y="67432"/>
                  <a:pt x="113915" y="7121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814481" y="5714048"/>
            <a:ext cx="1060174" cy="29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响应式布局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14634" y="6056731"/>
            <a:ext cx="7089244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学习响应式设计原理，使用CSS Flexbox和Grid构建适配多设备的界面。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8353" y="6728710"/>
            <a:ext cx="15399294" cy="1413565"/>
          </a:xfrm>
          <a:custGeom>
            <a:avLst/>
            <a:gdLst/>
            <a:ahLst/>
            <a:cxnLst/>
            <a:rect l="l" t="t" r="r" b="b"/>
            <a:pathLst>
              <a:path w="15399294" h="1413565">
                <a:moveTo>
                  <a:pt x="85676" y="0"/>
                </a:moveTo>
                <a:lnTo>
                  <a:pt x="15313618" y="0"/>
                </a:lnTo>
                <a:cubicBezTo>
                  <a:pt x="15360935" y="0"/>
                  <a:pt x="15399294" y="38359"/>
                  <a:pt x="15399294" y="85676"/>
                </a:cubicBezTo>
                <a:lnTo>
                  <a:pt x="15399294" y="1327889"/>
                </a:lnTo>
                <a:cubicBezTo>
                  <a:pt x="15399294" y="1375207"/>
                  <a:pt x="15360935" y="1413565"/>
                  <a:pt x="15313618" y="1413565"/>
                </a:cubicBezTo>
                <a:lnTo>
                  <a:pt x="85676" y="1413565"/>
                </a:lnTo>
                <a:cubicBezTo>
                  <a:pt x="38359" y="1413565"/>
                  <a:pt x="0" y="1375207"/>
                  <a:pt x="0" y="1327889"/>
                </a:cubicBezTo>
                <a:lnTo>
                  <a:pt x="0" y="85676"/>
                </a:lnTo>
                <a:cubicBezTo>
                  <a:pt x="0" y="38359"/>
                  <a:pt x="38359" y="0"/>
                  <a:pt x="8567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556859" y="6900051"/>
            <a:ext cx="267721" cy="214177"/>
          </a:xfrm>
          <a:custGeom>
            <a:avLst/>
            <a:gdLst/>
            <a:ahLst/>
            <a:cxnLst/>
            <a:rect l="l" t="t" r="r" b="b"/>
            <a:pathLst>
              <a:path w="267721" h="214177">
                <a:moveTo>
                  <a:pt x="173977" y="88055"/>
                </a:moveTo>
                <a:cubicBezTo>
                  <a:pt x="179080" y="86675"/>
                  <a:pt x="184434" y="89101"/>
                  <a:pt x="186735" y="93828"/>
                </a:cubicBezTo>
                <a:lnTo>
                  <a:pt x="194516" y="109556"/>
                </a:lnTo>
                <a:cubicBezTo>
                  <a:pt x="198824" y="110142"/>
                  <a:pt x="203049" y="111313"/>
                  <a:pt x="207023" y="112945"/>
                </a:cubicBezTo>
                <a:lnTo>
                  <a:pt x="221664" y="103198"/>
                </a:lnTo>
                <a:cubicBezTo>
                  <a:pt x="226057" y="100270"/>
                  <a:pt x="231871" y="100855"/>
                  <a:pt x="235594" y="104578"/>
                </a:cubicBezTo>
                <a:lnTo>
                  <a:pt x="243626" y="112610"/>
                </a:lnTo>
                <a:cubicBezTo>
                  <a:pt x="247349" y="116333"/>
                  <a:pt x="247934" y="122189"/>
                  <a:pt x="245006" y="126540"/>
                </a:cubicBezTo>
                <a:lnTo>
                  <a:pt x="235260" y="141139"/>
                </a:lnTo>
                <a:cubicBezTo>
                  <a:pt x="236054" y="143105"/>
                  <a:pt x="236765" y="145155"/>
                  <a:pt x="237351" y="147288"/>
                </a:cubicBezTo>
                <a:cubicBezTo>
                  <a:pt x="237937" y="149422"/>
                  <a:pt x="238313" y="151513"/>
                  <a:pt x="238606" y="153647"/>
                </a:cubicBezTo>
                <a:lnTo>
                  <a:pt x="254376" y="161427"/>
                </a:lnTo>
                <a:cubicBezTo>
                  <a:pt x="259103" y="163770"/>
                  <a:pt x="261530" y="169124"/>
                  <a:pt x="260149" y="174186"/>
                </a:cubicBezTo>
                <a:lnTo>
                  <a:pt x="257221" y="185146"/>
                </a:lnTo>
                <a:cubicBezTo>
                  <a:pt x="255841" y="190207"/>
                  <a:pt x="251114" y="193637"/>
                  <a:pt x="245843" y="193303"/>
                </a:cubicBezTo>
                <a:lnTo>
                  <a:pt x="228274" y="192173"/>
                </a:lnTo>
                <a:cubicBezTo>
                  <a:pt x="225638" y="195562"/>
                  <a:pt x="222585" y="198699"/>
                  <a:pt x="219113" y="201376"/>
                </a:cubicBezTo>
                <a:lnTo>
                  <a:pt x="220242" y="218903"/>
                </a:lnTo>
                <a:cubicBezTo>
                  <a:pt x="220577" y="224174"/>
                  <a:pt x="217147" y="228943"/>
                  <a:pt x="212085" y="230282"/>
                </a:cubicBezTo>
                <a:lnTo>
                  <a:pt x="201125" y="233210"/>
                </a:lnTo>
                <a:cubicBezTo>
                  <a:pt x="196022" y="234590"/>
                  <a:pt x="190709" y="232164"/>
                  <a:pt x="188367" y="227437"/>
                </a:cubicBezTo>
                <a:lnTo>
                  <a:pt x="180586" y="211708"/>
                </a:lnTo>
                <a:cubicBezTo>
                  <a:pt x="176277" y="211123"/>
                  <a:pt x="172052" y="209952"/>
                  <a:pt x="168078" y="208320"/>
                </a:cubicBezTo>
                <a:lnTo>
                  <a:pt x="153437" y="218067"/>
                </a:lnTo>
                <a:cubicBezTo>
                  <a:pt x="149045" y="220995"/>
                  <a:pt x="143231" y="220409"/>
                  <a:pt x="139508" y="216686"/>
                </a:cubicBezTo>
                <a:lnTo>
                  <a:pt x="131476" y="208655"/>
                </a:lnTo>
                <a:cubicBezTo>
                  <a:pt x="127753" y="204932"/>
                  <a:pt x="127167" y="199117"/>
                  <a:pt x="130096" y="194725"/>
                </a:cubicBezTo>
                <a:lnTo>
                  <a:pt x="139842" y="180084"/>
                </a:lnTo>
                <a:cubicBezTo>
                  <a:pt x="139047" y="178118"/>
                  <a:pt x="138336" y="176068"/>
                  <a:pt x="137751" y="173935"/>
                </a:cubicBezTo>
                <a:cubicBezTo>
                  <a:pt x="137165" y="171801"/>
                  <a:pt x="136789" y="169668"/>
                  <a:pt x="136496" y="167576"/>
                </a:cubicBezTo>
                <a:lnTo>
                  <a:pt x="120725" y="159796"/>
                </a:lnTo>
                <a:cubicBezTo>
                  <a:pt x="115998" y="157453"/>
                  <a:pt x="113614" y="152099"/>
                  <a:pt x="114953" y="147037"/>
                </a:cubicBezTo>
                <a:lnTo>
                  <a:pt x="117881" y="136077"/>
                </a:lnTo>
                <a:cubicBezTo>
                  <a:pt x="119261" y="131016"/>
                  <a:pt x="123988" y="127586"/>
                  <a:pt x="129259" y="127920"/>
                </a:cubicBezTo>
                <a:lnTo>
                  <a:pt x="146786" y="129050"/>
                </a:lnTo>
                <a:cubicBezTo>
                  <a:pt x="149422" y="125661"/>
                  <a:pt x="152475" y="122524"/>
                  <a:pt x="155947" y="119847"/>
                </a:cubicBezTo>
                <a:lnTo>
                  <a:pt x="154818" y="102361"/>
                </a:lnTo>
                <a:cubicBezTo>
                  <a:pt x="154483" y="97091"/>
                  <a:pt x="157913" y="92322"/>
                  <a:pt x="162975" y="90983"/>
                </a:cubicBezTo>
                <a:lnTo>
                  <a:pt x="173935" y="88055"/>
                </a:lnTo>
                <a:close/>
                <a:moveTo>
                  <a:pt x="187572" y="142227"/>
                </a:moveTo>
                <a:cubicBezTo>
                  <a:pt x="177413" y="142238"/>
                  <a:pt x="169175" y="150495"/>
                  <a:pt x="169187" y="160653"/>
                </a:cubicBezTo>
                <a:cubicBezTo>
                  <a:pt x="169198" y="170812"/>
                  <a:pt x="177455" y="179050"/>
                  <a:pt x="187614" y="179038"/>
                </a:cubicBezTo>
                <a:cubicBezTo>
                  <a:pt x="197772" y="179027"/>
                  <a:pt x="206010" y="170770"/>
                  <a:pt x="205999" y="160611"/>
                </a:cubicBezTo>
                <a:cubicBezTo>
                  <a:pt x="205987" y="150453"/>
                  <a:pt x="197730" y="142215"/>
                  <a:pt x="187572" y="142227"/>
                </a:cubicBezTo>
                <a:close/>
                <a:moveTo>
                  <a:pt x="94079" y="-19033"/>
                </a:moveTo>
                <a:lnTo>
                  <a:pt x="105039" y="-16105"/>
                </a:lnTo>
                <a:cubicBezTo>
                  <a:pt x="110100" y="-14725"/>
                  <a:pt x="113530" y="-9956"/>
                  <a:pt x="113196" y="-4727"/>
                </a:cubicBezTo>
                <a:lnTo>
                  <a:pt x="112066" y="12759"/>
                </a:lnTo>
                <a:cubicBezTo>
                  <a:pt x="115538" y="15436"/>
                  <a:pt x="118592" y="18531"/>
                  <a:pt x="121227" y="21961"/>
                </a:cubicBezTo>
                <a:lnTo>
                  <a:pt x="138796" y="20832"/>
                </a:lnTo>
                <a:cubicBezTo>
                  <a:pt x="144025" y="20497"/>
                  <a:pt x="148794" y="23928"/>
                  <a:pt x="150175" y="28989"/>
                </a:cubicBezTo>
                <a:lnTo>
                  <a:pt x="153103" y="39949"/>
                </a:lnTo>
                <a:cubicBezTo>
                  <a:pt x="154441" y="45011"/>
                  <a:pt x="152057" y="50365"/>
                  <a:pt x="147330" y="52708"/>
                </a:cubicBezTo>
                <a:lnTo>
                  <a:pt x="131560" y="60488"/>
                </a:lnTo>
                <a:cubicBezTo>
                  <a:pt x="131267" y="62622"/>
                  <a:pt x="130848" y="64755"/>
                  <a:pt x="130305" y="66847"/>
                </a:cubicBezTo>
                <a:cubicBezTo>
                  <a:pt x="129761" y="68938"/>
                  <a:pt x="129008" y="71030"/>
                  <a:pt x="128213" y="72996"/>
                </a:cubicBezTo>
                <a:lnTo>
                  <a:pt x="137960" y="87637"/>
                </a:lnTo>
                <a:cubicBezTo>
                  <a:pt x="140888" y="92029"/>
                  <a:pt x="140302" y="97844"/>
                  <a:pt x="136579" y="101567"/>
                </a:cubicBezTo>
                <a:lnTo>
                  <a:pt x="128548" y="109598"/>
                </a:lnTo>
                <a:cubicBezTo>
                  <a:pt x="124825" y="113321"/>
                  <a:pt x="119010" y="113907"/>
                  <a:pt x="114618" y="110979"/>
                </a:cubicBezTo>
                <a:lnTo>
                  <a:pt x="99977" y="101232"/>
                </a:lnTo>
                <a:cubicBezTo>
                  <a:pt x="96003" y="102863"/>
                  <a:pt x="91778" y="104035"/>
                  <a:pt x="87469" y="104620"/>
                </a:cubicBezTo>
                <a:lnTo>
                  <a:pt x="79689" y="120349"/>
                </a:lnTo>
                <a:cubicBezTo>
                  <a:pt x="77346" y="125076"/>
                  <a:pt x="71992" y="127460"/>
                  <a:pt x="66930" y="126122"/>
                </a:cubicBezTo>
                <a:lnTo>
                  <a:pt x="55970" y="123193"/>
                </a:lnTo>
                <a:cubicBezTo>
                  <a:pt x="50867" y="121813"/>
                  <a:pt x="47479" y="117044"/>
                  <a:pt x="47813" y="111815"/>
                </a:cubicBezTo>
                <a:lnTo>
                  <a:pt x="48943" y="94288"/>
                </a:lnTo>
                <a:cubicBezTo>
                  <a:pt x="45471" y="91611"/>
                  <a:pt x="42417" y="88515"/>
                  <a:pt x="39782" y="85085"/>
                </a:cubicBezTo>
                <a:lnTo>
                  <a:pt x="22212" y="86214"/>
                </a:lnTo>
                <a:cubicBezTo>
                  <a:pt x="16984" y="86549"/>
                  <a:pt x="12215" y="83119"/>
                  <a:pt x="10834" y="78057"/>
                </a:cubicBezTo>
                <a:lnTo>
                  <a:pt x="7906" y="67097"/>
                </a:lnTo>
                <a:cubicBezTo>
                  <a:pt x="6568" y="62036"/>
                  <a:pt x="8952" y="56681"/>
                  <a:pt x="13679" y="54339"/>
                </a:cubicBezTo>
                <a:lnTo>
                  <a:pt x="29449" y="46558"/>
                </a:lnTo>
                <a:cubicBezTo>
                  <a:pt x="29742" y="44425"/>
                  <a:pt x="30160" y="42333"/>
                  <a:pt x="30704" y="40200"/>
                </a:cubicBezTo>
                <a:cubicBezTo>
                  <a:pt x="31290" y="38067"/>
                  <a:pt x="31959" y="36017"/>
                  <a:pt x="32796" y="34051"/>
                </a:cubicBezTo>
                <a:lnTo>
                  <a:pt x="23049" y="19452"/>
                </a:lnTo>
                <a:cubicBezTo>
                  <a:pt x="20121" y="15059"/>
                  <a:pt x="20707" y="9245"/>
                  <a:pt x="24430" y="5522"/>
                </a:cubicBezTo>
                <a:lnTo>
                  <a:pt x="32461" y="-2510"/>
                </a:lnTo>
                <a:cubicBezTo>
                  <a:pt x="36184" y="-6233"/>
                  <a:pt x="41999" y="-6819"/>
                  <a:pt x="46391" y="-3890"/>
                </a:cubicBezTo>
                <a:lnTo>
                  <a:pt x="61032" y="5856"/>
                </a:lnTo>
                <a:cubicBezTo>
                  <a:pt x="65006" y="4225"/>
                  <a:pt x="69231" y="3054"/>
                  <a:pt x="73540" y="2468"/>
                </a:cubicBezTo>
                <a:lnTo>
                  <a:pt x="81320" y="-13261"/>
                </a:lnTo>
                <a:cubicBezTo>
                  <a:pt x="83663" y="-17987"/>
                  <a:pt x="88975" y="-20372"/>
                  <a:pt x="94079" y="-19033"/>
                </a:cubicBezTo>
                <a:close/>
                <a:moveTo>
                  <a:pt x="80484" y="35138"/>
                </a:moveTo>
                <a:cubicBezTo>
                  <a:pt x="70325" y="35138"/>
                  <a:pt x="62078" y="43386"/>
                  <a:pt x="62078" y="53544"/>
                </a:cubicBezTo>
                <a:cubicBezTo>
                  <a:pt x="62078" y="63703"/>
                  <a:pt x="70325" y="71950"/>
                  <a:pt x="80484" y="71950"/>
                </a:cubicBezTo>
                <a:cubicBezTo>
                  <a:pt x="90642" y="71950"/>
                  <a:pt x="98889" y="63703"/>
                  <a:pt x="98889" y="53544"/>
                </a:cubicBezTo>
                <a:cubicBezTo>
                  <a:pt x="98889" y="43386"/>
                  <a:pt x="90642" y="35138"/>
                  <a:pt x="80484" y="35138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10250" y="6857216"/>
            <a:ext cx="1959715" cy="29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DevOps与运维能力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56859" y="7242733"/>
            <a:ext cx="3694545" cy="771036"/>
          </a:xfrm>
          <a:custGeom>
            <a:avLst/>
            <a:gdLst/>
            <a:ahLst/>
            <a:cxnLst/>
            <a:rect l="l" t="t" r="r" b="b"/>
            <a:pathLst>
              <a:path w="3694545" h="771036">
                <a:moveTo>
                  <a:pt x="85670" y="0"/>
                </a:moveTo>
                <a:lnTo>
                  <a:pt x="3608876" y="0"/>
                </a:lnTo>
                <a:cubicBezTo>
                  <a:pt x="3656190" y="0"/>
                  <a:pt x="3694545" y="38356"/>
                  <a:pt x="3694545" y="85670"/>
                </a:cubicBezTo>
                <a:lnTo>
                  <a:pt x="3694545" y="685366"/>
                </a:lnTo>
                <a:cubicBezTo>
                  <a:pt x="3694545" y="732680"/>
                  <a:pt x="3656190" y="771036"/>
                  <a:pt x="3608876" y="771036"/>
                </a:cubicBezTo>
                <a:lnTo>
                  <a:pt x="85670" y="771036"/>
                </a:lnTo>
                <a:cubicBezTo>
                  <a:pt x="38356" y="771036"/>
                  <a:pt x="0" y="732680"/>
                  <a:pt x="0" y="685366"/>
                </a:cubicBezTo>
                <a:lnTo>
                  <a:pt x="0" y="85670"/>
                </a:lnTo>
                <a:cubicBezTo>
                  <a:pt x="0" y="38387"/>
                  <a:pt x="38387" y="0"/>
                  <a:pt x="8567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85365" y="7392657"/>
            <a:ext cx="267721" cy="214177"/>
          </a:xfrm>
          <a:custGeom>
            <a:avLst/>
            <a:gdLst/>
            <a:ahLst/>
            <a:cxnLst/>
            <a:rect l="l" t="t" r="r" b="b"/>
            <a:pathLst>
              <a:path w="267721" h="214177">
                <a:moveTo>
                  <a:pt x="146368" y="98847"/>
                </a:moveTo>
                <a:lnTo>
                  <a:pt x="118717" y="98847"/>
                </a:lnTo>
                <a:lnTo>
                  <a:pt x="118717" y="74000"/>
                </a:lnTo>
                <a:lnTo>
                  <a:pt x="146368" y="74000"/>
                </a:lnTo>
                <a:lnTo>
                  <a:pt x="146368" y="98847"/>
                </a:lnTo>
                <a:close/>
                <a:moveTo>
                  <a:pt x="146368" y="13386"/>
                </a:moveTo>
                <a:lnTo>
                  <a:pt x="118717" y="13386"/>
                </a:lnTo>
                <a:lnTo>
                  <a:pt x="118717" y="38778"/>
                </a:lnTo>
                <a:lnTo>
                  <a:pt x="146368" y="38778"/>
                </a:lnTo>
                <a:lnTo>
                  <a:pt x="146368" y="13386"/>
                </a:lnTo>
                <a:close/>
                <a:moveTo>
                  <a:pt x="179080" y="73958"/>
                </a:moveTo>
                <a:lnTo>
                  <a:pt x="151430" y="73958"/>
                </a:lnTo>
                <a:lnTo>
                  <a:pt x="151430" y="98806"/>
                </a:lnTo>
                <a:lnTo>
                  <a:pt x="179080" y="98806"/>
                </a:lnTo>
                <a:lnTo>
                  <a:pt x="179080" y="73958"/>
                </a:lnTo>
                <a:close/>
                <a:moveTo>
                  <a:pt x="113698" y="43797"/>
                </a:moveTo>
                <a:lnTo>
                  <a:pt x="86047" y="43797"/>
                </a:lnTo>
                <a:lnTo>
                  <a:pt x="86047" y="68938"/>
                </a:lnTo>
                <a:lnTo>
                  <a:pt x="113698" y="68938"/>
                </a:lnTo>
                <a:lnTo>
                  <a:pt x="113698" y="43797"/>
                </a:lnTo>
                <a:close/>
                <a:moveTo>
                  <a:pt x="146368" y="43797"/>
                </a:moveTo>
                <a:lnTo>
                  <a:pt x="118717" y="43797"/>
                </a:lnTo>
                <a:lnTo>
                  <a:pt x="118717" y="68938"/>
                </a:lnTo>
                <a:lnTo>
                  <a:pt x="146368" y="68938"/>
                </a:lnTo>
                <a:lnTo>
                  <a:pt x="146368" y="43797"/>
                </a:lnTo>
                <a:close/>
                <a:moveTo>
                  <a:pt x="262157" y="85629"/>
                </a:moveTo>
                <a:cubicBezTo>
                  <a:pt x="256133" y="81571"/>
                  <a:pt x="242245" y="80107"/>
                  <a:pt x="231578" y="82115"/>
                </a:cubicBezTo>
                <a:cubicBezTo>
                  <a:pt x="230198" y="72075"/>
                  <a:pt x="224593" y="63333"/>
                  <a:pt x="214386" y="55468"/>
                </a:cubicBezTo>
                <a:lnTo>
                  <a:pt x="208529" y="51578"/>
                </a:lnTo>
                <a:lnTo>
                  <a:pt x="204639" y="57434"/>
                </a:lnTo>
                <a:cubicBezTo>
                  <a:pt x="196942" y="69064"/>
                  <a:pt x="194850" y="88222"/>
                  <a:pt x="203091" y="100855"/>
                </a:cubicBezTo>
                <a:cubicBezTo>
                  <a:pt x="199452" y="102821"/>
                  <a:pt x="192299" y="105499"/>
                  <a:pt x="182845" y="105331"/>
                </a:cubicBezTo>
                <a:lnTo>
                  <a:pt x="1004" y="105331"/>
                </a:lnTo>
                <a:cubicBezTo>
                  <a:pt x="-2635" y="126582"/>
                  <a:pt x="3430" y="154190"/>
                  <a:pt x="19410" y="173140"/>
                </a:cubicBezTo>
                <a:cubicBezTo>
                  <a:pt x="34929" y="191504"/>
                  <a:pt x="58187" y="200832"/>
                  <a:pt x="88599" y="200832"/>
                </a:cubicBezTo>
                <a:cubicBezTo>
                  <a:pt x="154441" y="200832"/>
                  <a:pt x="203175" y="170505"/>
                  <a:pt x="225973" y="115413"/>
                </a:cubicBezTo>
                <a:cubicBezTo>
                  <a:pt x="234925" y="115580"/>
                  <a:pt x="254251" y="115455"/>
                  <a:pt x="264165" y="96505"/>
                </a:cubicBezTo>
                <a:cubicBezTo>
                  <a:pt x="264792" y="95459"/>
                  <a:pt x="266926" y="90983"/>
                  <a:pt x="267721" y="89352"/>
                </a:cubicBezTo>
                <a:lnTo>
                  <a:pt x="262157" y="85629"/>
                </a:lnTo>
                <a:close/>
                <a:moveTo>
                  <a:pt x="48357" y="73958"/>
                </a:moveTo>
                <a:lnTo>
                  <a:pt x="20748" y="73958"/>
                </a:lnTo>
                <a:lnTo>
                  <a:pt x="20748" y="98806"/>
                </a:lnTo>
                <a:lnTo>
                  <a:pt x="48399" y="98806"/>
                </a:lnTo>
                <a:lnTo>
                  <a:pt x="48399" y="73958"/>
                </a:lnTo>
                <a:lnTo>
                  <a:pt x="48357" y="73958"/>
                </a:lnTo>
                <a:close/>
                <a:moveTo>
                  <a:pt x="81027" y="73958"/>
                </a:moveTo>
                <a:lnTo>
                  <a:pt x="53377" y="73958"/>
                </a:lnTo>
                <a:lnTo>
                  <a:pt x="53377" y="98806"/>
                </a:lnTo>
                <a:lnTo>
                  <a:pt x="81027" y="98806"/>
                </a:lnTo>
                <a:lnTo>
                  <a:pt x="81027" y="73958"/>
                </a:lnTo>
                <a:close/>
                <a:moveTo>
                  <a:pt x="113698" y="73958"/>
                </a:moveTo>
                <a:lnTo>
                  <a:pt x="86047" y="73958"/>
                </a:lnTo>
                <a:lnTo>
                  <a:pt x="86047" y="98806"/>
                </a:lnTo>
                <a:lnTo>
                  <a:pt x="113698" y="98806"/>
                </a:lnTo>
                <a:lnTo>
                  <a:pt x="113698" y="73958"/>
                </a:lnTo>
                <a:close/>
                <a:moveTo>
                  <a:pt x="81027" y="43797"/>
                </a:moveTo>
                <a:lnTo>
                  <a:pt x="53377" y="43797"/>
                </a:lnTo>
                <a:lnTo>
                  <a:pt x="53377" y="68938"/>
                </a:lnTo>
                <a:lnTo>
                  <a:pt x="81027" y="68938"/>
                </a:lnTo>
                <a:lnTo>
                  <a:pt x="81027" y="43797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038756" y="7371239"/>
            <a:ext cx="1167262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Docker容器化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5365" y="7671087"/>
            <a:ext cx="3512495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掌握Docker镜像构建、容器编排等技能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375114" y="7242733"/>
            <a:ext cx="3694545" cy="771036"/>
          </a:xfrm>
          <a:custGeom>
            <a:avLst/>
            <a:gdLst/>
            <a:ahLst/>
            <a:cxnLst/>
            <a:rect l="l" t="t" r="r" b="b"/>
            <a:pathLst>
              <a:path w="3694545" h="771036">
                <a:moveTo>
                  <a:pt x="85670" y="0"/>
                </a:moveTo>
                <a:lnTo>
                  <a:pt x="3608876" y="0"/>
                </a:lnTo>
                <a:cubicBezTo>
                  <a:pt x="3656190" y="0"/>
                  <a:pt x="3694545" y="38356"/>
                  <a:pt x="3694545" y="85670"/>
                </a:cubicBezTo>
                <a:lnTo>
                  <a:pt x="3694545" y="685366"/>
                </a:lnTo>
                <a:cubicBezTo>
                  <a:pt x="3694545" y="732680"/>
                  <a:pt x="3656190" y="771036"/>
                  <a:pt x="3608876" y="771036"/>
                </a:cubicBezTo>
                <a:lnTo>
                  <a:pt x="85670" y="771036"/>
                </a:lnTo>
                <a:cubicBezTo>
                  <a:pt x="38356" y="771036"/>
                  <a:pt x="0" y="732680"/>
                  <a:pt x="0" y="685366"/>
                </a:cubicBezTo>
                <a:lnTo>
                  <a:pt x="0" y="85670"/>
                </a:lnTo>
                <a:cubicBezTo>
                  <a:pt x="0" y="38387"/>
                  <a:pt x="38387" y="0"/>
                  <a:pt x="8567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4517006" y="7392657"/>
            <a:ext cx="240949" cy="214177"/>
          </a:xfrm>
          <a:custGeom>
            <a:avLst/>
            <a:gdLst/>
            <a:ahLst/>
            <a:cxnLst/>
            <a:rect l="l" t="t" r="r" b="b"/>
            <a:pathLst>
              <a:path w="240949" h="214177">
                <a:moveTo>
                  <a:pt x="0" y="46851"/>
                </a:moveTo>
                <a:cubicBezTo>
                  <a:pt x="0" y="29491"/>
                  <a:pt x="13219" y="15227"/>
                  <a:pt x="30119" y="13553"/>
                </a:cubicBezTo>
                <a:lnTo>
                  <a:pt x="30119" y="13386"/>
                </a:lnTo>
                <a:lnTo>
                  <a:pt x="147246" y="13386"/>
                </a:lnTo>
                <a:cubicBezTo>
                  <a:pt x="169417" y="13386"/>
                  <a:pt x="187404" y="31374"/>
                  <a:pt x="187404" y="53544"/>
                </a:cubicBezTo>
                <a:lnTo>
                  <a:pt x="187404" y="127167"/>
                </a:lnTo>
                <a:lnTo>
                  <a:pt x="113781" y="127167"/>
                </a:lnTo>
                <a:cubicBezTo>
                  <a:pt x="97132" y="127167"/>
                  <a:pt x="83663" y="140637"/>
                  <a:pt x="83663" y="157286"/>
                </a:cubicBezTo>
                <a:lnTo>
                  <a:pt x="83663" y="182385"/>
                </a:lnTo>
                <a:cubicBezTo>
                  <a:pt x="83663" y="192550"/>
                  <a:pt x="75422" y="200791"/>
                  <a:pt x="65257" y="200791"/>
                </a:cubicBezTo>
                <a:cubicBezTo>
                  <a:pt x="55092" y="200791"/>
                  <a:pt x="46851" y="192550"/>
                  <a:pt x="46851" y="182385"/>
                </a:cubicBezTo>
                <a:lnTo>
                  <a:pt x="46851" y="87009"/>
                </a:lnTo>
                <a:lnTo>
                  <a:pt x="20079" y="87009"/>
                </a:lnTo>
                <a:cubicBezTo>
                  <a:pt x="8994" y="87009"/>
                  <a:pt x="0" y="78015"/>
                  <a:pt x="0" y="66930"/>
                </a:cubicBezTo>
                <a:lnTo>
                  <a:pt x="0" y="46851"/>
                </a:lnTo>
                <a:close/>
                <a:moveTo>
                  <a:pt x="99057" y="200791"/>
                </a:moveTo>
                <a:cubicBezTo>
                  <a:pt x="102027" y="195311"/>
                  <a:pt x="103742" y="189036"/>
                  <a:pt x="103742" y="182385"/>
                </a:cubicBezTo>
                <a:lnTo>
                  <a:pt x="103742" y="157286"/>
                </a:lnTo>
                <a:cubicBezTo>
                  <a:pt x="103742" y="151722"/>
                  <a:pt x="108218" y="147246"/>
                  <a:pt x="113781" y="147246"/>
                </a:cubicBezTo>
                <a:lnTo>
                  <a:pt x="217523" y="147246"/>
                </a:lnTo>
                <a:cubicBezTo>
                  <a:pt x="223087" y="147246"/>
                  <a:pt x="227563" y="151722"/>
                  <a:pt x="227563" y="157286"/>
                </a:cubicBezTo>
                <a:lnTo>
                  <a:pt x="227563" y="167325"/>
                </a:lnTo>
                <a:cubicBezTo>
                  <a:pt x="227563" y="185815"/>
                  <a:pt x="212587" y="200791"/>
                  <a:pt x="194097" y="200791"/>
                </a:cubicBezTo>
                <a:lnTo>
                  <a:pt x="99057" y="200791"/>
                </a:lnTo>
                <a:close/>
                <a:moveTo>
                  <a:pt x="33465" y="33465"/>
                </a:moveTo>
                <a:cubicBezTo>
                  <a:pt x="26061" y="33465"/>
                  <a:pt x="20079" y="39447"/>
                  <a:pt x="20079" y="46851"/>
                </a:cubicBezTo>
                <a:lnTo>
                  <a:pt x="20079" y="66930"/>
                </a:lnTo>
                <a:lnTo>
                  <a:pt x="46851" y="66930"/>
                </a:lnTo>
                <a:lnTo>
                  <a:pt x="46851" y="46851"/>
                </a:lnTo>
                <a:cubicBezTo>
                  <a:pt x="46851" y="39447"/>
                  <a:pt x="40869" y="33465"/>
                  <a:pt x="33465" y="3346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4857011" y="7371239"/>
            <a:ext cx="953086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Maven构建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503620" y="7671087"/>
            <a:ext cx="3512495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理解Maven项目结构和构建生命周期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193369" y="7242733"/>
            <a:ext cx="3694545" cy="771036"/>
          </a:xfrm>
          <a:custGeom>
            <a:avLst/>
            <a:gdLst/>
            <a:ahLst/>
            <a:cxnLst/>
            <a:rect l="l" t="t" r="r" b="b"/>
            <a:pathLst>
              <a:path w="3694545" h="771036">
                <a:moveTo>
                  <a:pt x="85670" y="0"/>
                </a:moveTo>
                <a:lnTo>
                  <a:pt x="3608876" y="0"/>
                </a:lnTo>
                <a:cubicBezTo>
                  <a:pt x="3656190" y="0"/>
                  <a:pt x="3694545" y="38356"/>
                  <a:pt x="3694545" y="85670"/>
                </a:cubicBezTo>
                <a:lnTo>
                  <a:pt x="3694545" y="685366"/>
                </a:lnTo>
                <a:cubicBezTo>
                  <a:pt x="3694545" y="732680"/>
                  <a:pt x="3656190" y="771036"/>
                  <a:pt x="3608876" y="771036"/>
                </a:cubicBezTo>
                <a:lnTo>
                  <a:pt x="85670" y="771036"/>
                </a:lnTo>
                <a:cubicBezTo>
                  <a:pt x="38356" y="771036"/>
                  <a:pt x="0" y="732680"/>
                  <a:pt x="0" y="685366"/>
                </a:cubicBezTo>
                <a:lnTo>
                  <a:pt x="0" y="85670"/>
                </a:lnTo>
                <a:cubicBezTo>
                  <a:pt x="0" y="38387"/>
                  <a:pt x="38387" y="0"/>
                  <a:pt x="8567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8348647" y="7392657"/>
            <a:ext cx="214177" cy="214177"/>
          </a:xfrm>
          <a:custGeom>
            <a:avLst/>
            <a:gdLst/>
            <a:ahLst/>
            <a:cxnLst/>
            <a:rect l="l" t="t" r="r" b="b"/>
            <a:pathLst>
              <a:path w="214177" h="214177">
                <a:moveTo>
                  <a:pt x="3932" y="49612"/>
                </a:moveTo>
                <a:cubicBezTo>
                  <a:pt x="-1297" y="44383"/>
                  <a:pt x="-1297" y="35891"/>
                  <a:pt x="3932" y="30662"/>
                </a:cubicBezTo>
                <a:cubicBezTo>
                  <a:pt x="9161" y="25433"/>
                  <a:pt x="17653" y="25433"/>
                  <a:pt x="22882" y="30662"/>
                </a:cubicBezTo>
                <a:lnTo>
                  <a:pt x="89812" y="97593"/>
                </a:lnTo>
                <a:cubicBezTo>
                  <a:pt x="95041" y="102821"/>
                  <a:pt x="95041" y="111313"/>
                  <a:pt x="89812" y="116542"/>
                </a:cubicBezTo>
                <a:lnTo>
                  <a:pt x="22882" y="183472"/>
                </a:lnTo>
                <a:cubicBezTo>
                  <a:pt x="17653" y="188701"/>
                  <a:pt x="9161" y="188701"/>
                  <a:pt x="3932" y="183472"/>
                </a:cubicBezTo>
                <a:cubicBezTo>
                  <a:pt x="-1297" y="178243"/>
                  <a:pt x="-1297" y="169752"/>
                  <a:pt x="3932" y="164523"/>
                </a:cubicBezTo>
                <a:lnTo>
                  <a:pt x="61367" y="107088"/>
                </a:lnTo>
                <a:lnTo>
                  <a:pt x="3932" y="49612"/>
                </a:lnTo>
                <a:close/>
                <a:moveTo>
                  <a:pt x="93702" y="160632"/>
                </a:moveTo>
                <a:lnTo>
                  <a:pt x="200791" y="160632"/>
                </a:lnTo>
                <a:cubicBezTo>
                  <a:pt x="208195" y="160632"/>
                  <a:pt x="214177" y="166614"/>
                  <a:pt x="214177" y="174018"/>
                </a:cubicBezTo>
                <a:cubicBezTo>
                  <a:pt x="214177" y="181423"/>
                  <a:pt x="208195" y="187404"/>
                  <a:pt x="200791" y="187404"/>
                </a:cubicBezTo>
                <a:lnTo>
                  <a:pt x="93702" y="187404"/>
                </a:lnTo>
                <a:cubicBezTo>
                  <a:pt x="86298" y="187404"/>
                  <a:pt x="80316" y="181423"/>
                  <a:pt x="80316" y="174018"/>
                </a:cubicBezTo>
                <a:cubicBezTo>
                  <a:pt x="80316" y="166614"/>
                  <a:pt x="86298" y="160632"/>
                  <a:pt x="93702" y="160632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675266" y="7371239"/>
            <a:ext cx="845997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Linux脚本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21875" y="7671087"/>
            <a:ext cx="3512495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编写Shell脚本实现自动化部署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2011623" y="7242733"/>
            <a:ext cx="3694545" cy="771036"/>
          </a:xfrm>
          <a:custGeom>
            <a:avLst/>
            <a:gdLst/>
            <a:ahLst/>
            <a:cxnLst/>
            <a:rect l="l" t="t" r="r" b="b"/>
            <a:pathLst>
              <a:path w="3694545" h="771036">
                <a:moveTo>
                  <a:pt x="85670" y="0"/>
                </a:moveTo>
                <a:lnTo>
                  <a:pt x="3608876" y="0"/>
                </a:lnTo>
                <a:cubicBezTo>
                  <a:pt x="3656190" y="0"/>
                  <a:pt x="3694545" y="38356"/>
                  <a:pt x="3694545" y="85670"/>
                </a:cubicBezTo>
                <a:lnTo>
                  <a:pt x="3694545" y="685366"/>
                </a:lnTo>
                <a:cubicBezTo>
                  <a:pt x="3694545" y="732680"/>
                  <a:pt x="3656190" y="771036"/>
                  <a:pt x="3608876" y="771036"/>
                </a:cubicBezTo>
                <a:lnTo>
                  <a:pt x="85670" y="771036"/>
                </a:lnTo>
                <a:cubicBezTo>
                  <a:pt x="38356" y="771036"/>
                  <a:pt x="0" y="732680"/>
                  <a:pt x="0" y="685366"/>
                </a:cubicBezTo>
                <a:lnTo>
                  <a:pt x="0" y="85670"/>
                </a:lnTo>
                <a:cubicBezTo>
                  <a:pt x="0" y="38387"/>
                  <a:pt x="38387" y="0"/>
                  <a:pt x="8567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2180287" y="7392657"/>
            <a:ext cx="187404" cy="214177"/>
          </a:xfrm>
          <a:custGeom>
            <a:avLst/>
            <a:gdLst/>
            <a:ahLst/>
            <a:cxnLst/>
            <a:rect l="l" t="t" r="r" b="b"/>
            <a:pathLst>
              <a:path w="187404" h="214177">
                <a:moveTo>
                  <a:pt x="187404" y="86089"/>
                </a:moveTo>
                <a:cubicBezTo>
                  <a:pt x="181213" y="90188"/>
                  <a:pt x="174102" y="93493"/>
                  <a:pt x="166698" y="96128"/>
                </a:cubicBezTo>
                <a:cubicBezTo>
                  <a:pt x="147037" y="103156"/>
                  <a:pt x="121227" y="107088"/>
                  <a:pt x="93702" y="107088"/>
                </a:cubicBezTo>
                <a:cubicBezTo>
                  <a:pt x="66177" y="107088"/>
                  <a:pt x="40325" y="103114"/>
                  <a:pt x="20707" y="96128"/>
                </a:cubicBezTo>
                <a:cubicBezTo>
                  <a:pt x="13344" y="93493"/>
                  <a:pt x="6191" y="90188"/>
                  <a:pt x="0" y="86089"/>
                </a:cubicBezTo>
                <a:lnTo>
                  <a:pt x="0" y="120474"/>
                </a:lnTo>
                <a:cubicBezTo>
                  <a:pt x="0" y="138964"/>
                  <a:pt x="41957" y="153939"/>
                  <a:pt x="93702" y="153939"/>
                </a:cubicBezTo>
                <a:cubicBezTo>
                  <a:pt x="145448" y="153939"/>
                  <a:pt x="187404" y="138964"/>
                  <a:pt x="187404" y="120474"/>
                </a:cubicBezTo>
                <a:lnTo>
                  <a:pt x="187404" y="86089"/>
                </a:lnTo>
                <a:close/>
                <a:moveTo>
                  <a:pt x="187404" y="53544"/>
                </a:moveTo>
                <a:lnTo>
                  <a:pt x="187404" y="33465"/>
                </a:lnTo>
                <a:cubicBezTo>
                  <a:pt x="187404" y="14976"/>
                  <a:pt x="145448" y="0"/>
                  <a:pt x="93702" y="0"/>
                </a:cubicBezTo>
                <a:cubicBezTo>
                  <a:pt x="41957" y="0"/>
                  <a:pt x="0" y="14976"/>
                  <a:pt x="0" y="33465"/>
                </a:cubicBezTo>
                <a:lnTo>
                  <a:pt x="0" y="53544"/>
                </a:lnTo>
                <a:cubicBezTo>
                  <a:pt x="0" y="72034"/>
                  <a:pt x="41957" y="87009"/>
                  <a:pt x="93702" y="87009"/>
                </a:cubicBezTo>
                <a:cubicBezTo>
                  <a:pt x="145448" y="87009"/>
                  <a:pt x="187404" y="72034"/>
                  <a:pt x="187404" y="53544"/>
                </a:cubicBezTo>
                <a:close/>
                <a:moveTo>
                  <a:pt x="166698" y="163059"/>
                </a:moveTo>
                <a:cubicBezTo>
                  <a:pt x="147079" y="170044"/>
                  <a:pt x="121269" y="174018"/>
                  <a:pt x="93702" y="174018"/>
                </a:cubicBezTo>
                <a:cubicBezTo>
                  <a:pt x="66135" y="174018"/>
                  <a:pt x="40325" y="170044"/>
                  <a:pt x="20707" y="163059"/>
                </a:cubicBezTo>
                <a:cubicBezTo>
                  <a:pt x="13344" y="160423"/>
                  <a:pt x="6191" y="157119"/>
                  <a:pt x="0" y="153019"/>
                </a:cubicBezTo>
                <a:lnTo>
                  <a:pt x="0" y="180711"/>
                </a:lnTo>
                <a:cubicBezTo>
                  <a:pt x="0" y="199201"/>
                  <a:pt x="41957" y="214177"/>
                  <a:pt x="93702" y="214177"/>
                </a:cubicBezTo>
                <a:cubicBezTo>
                  <a:pt x="145448" y="214177"/>
                  <a:pt x="187404" y="199201"/>
                  <a:pt x="187404" y="180711"/>
                </a:cubicBezTo>
                <a:lnTo>
                  <a:pt x="187404" y="153019"/>
                </a:lnTo>
                <a:cubicBezTo>
                  <a:pt x="181213" y="157119"/>
                  <a:pt x="174102" y="160423"/>
                  <a:pt x="166698" y="163059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12493520" y="7371239"/>
            <a:ext cx="942377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数据库管理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2140129" y="7671087"/>
            <a:ext cx="3512495" cy="21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熟练使用SQL进行数据操作和管理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31923" y="8274350"/>
            <a:ext cx="15395724" cy="435492"/>
          </a:xfrm>
          <a:custGeom>
            <a:avLst/>
            <a:gdLst/>
            <a:ahLst/>
            <a:cxnLst/>
            <a:rect l="l" t="t" r="r" b="b"/>
            <a:pathLst>
              <a:path w="15395724" h="435492">
                <a:moveTo>
                  <a:pt x="85670" y="0"/>
                </a:moveTo>
                <a:lnTo>
                  <a:pt x="15310054" y="0"/>
                </a:lnTo>
                <a:cubicBezTo>
                  <a:pt x="15357368" y="0"/>
                  <a:pt x="15395724" y="38356"/>
                  <a:pt x="15395724" y="85670"/>
                </a:cubicBezTo>
                <a:lnTo>
                  <a:pt x="15395724" y="349822"/>
                </a:lnTo>
                <a:cubicBezTo>
                  <a:pt x="15395724" y="397137"/>
                  <a:pt x="15357368" y="435492"/>
                  <a:pt x="15310054" y="435492"/>
                </a:cubicBezTo>
                <a:lnTo>
                  <a:pt x="85670" y="435492"/>
                </a:lnTo>
                <a:cubicBezTo>
                  <a:pt x="38356" y="435492"/>
                  <a:pt x="0" y="397137"/>
                  <a:pt x="0" y="349822"/>
                </a:cubicBezTo>
                <a:lnTo>
                  <a:pt x="0" y="85670"/>
                </a:lnTo>
                <a:cubicBezTo>
                  <a:pt x="0" y="38387"/>
                  <a:pt x="38387" y="0"/>
                  <a:pt x="85670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8467">
            <a:solidFill>
              <a:srgbClr val="4FD1C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547935" y="8395721"/>
            <a:ext cx="192759" cy="192759"/>
          </a:xfrm>
          <a:custGeom>
            <a:avLst/>
            <a:gdLst/>
            <a:ahLst/>
            <a:cxnLst/>
            <a:rect l="l" t="t" r="r" b="b"/>
            <a:pathLst>
              <a:path w="192759" h="192759">
                <a:moveTo>
                  <a:pt x="54326" y="0"/>
                </a:moveTo>
                <a:lnTo>
                  <a:pt x="138658" y="0"/>
                </a:lnTo>
                <a:cubicBezTo>
                  <a:pt x="148635" y="0"/>
                  <a:pt x="156767" y="8207"/>
                  <a:pt x="156391" y="18146"/>
                </a:cubicBezTo>
                <a:cubicBezTo>
                  <a:pt x="156315" y="20142"/>
                  <a:pt x="156240" y="22137"/>
                  <a:pt x="156127" y="24095"/>
                </a:cubicBezTo>
                <a:lnTo>
                  <a:pt x="174801" y="24095"/>
                </a:lnTo>
                <a:cubicBezTo>
                  <a:pt x="184627" y="24095"/>
                  <a:pt x="193286" y="32227"/>
                  <a:pt x="192533" y="42844"/>
                </a:cubicBezTo>
                <a:cubicBezTo>
                  <a:pt x="189709" y="81885"/>
                  <a:pt x="169756" y="103344"/>
                  <a:pt x="148108" y="114564"/>
                </a:cubicBezTo>
                <a:cubicBezTo>
                  <a:pt x="142160" y="117651"/>
                  <a:pt x="136098" y="119947"/>
                  <a:pt x="130338" y="121641"/>
                </a:cubicBezTo>
                <a:cubicBezTo>
                  <a:pt x="122733" y="132409"/>
                  <a:pt x="114827" y="138094"/>
                  <a:pt x="108540" y="141143"/>
                </a:cubicBezTo>
                <a:lnTo>
                  <a:pt x="108540" y="168664"/>
                </a:lnTo>
                <a:lnTo>
                  <a:pt x="132635" y="168664"/>
                </a:lnTo>
                <a:cubicBezTo>
                  <a:pt x="139298" y="168664"/>
                  <a:pt x="144682" y="174048"/>
                  <a:pt x="144682" y="180711"/>
                </a:cubicBezTo>
                <a:cubicBezTo>
                  <a:pt x="144682" y="187375"/>
                  <a:pt x="139298" y="192759"/>
                  <a:pt x="132635" y="192759"/>
                </a:cubicBezTo>
                <a:lnTo>
                  <a:pt x="60350" y="192759"/>
                </a:lnTo>
                <a:cubicBezTo>
                  <a:pt x="53686" y="192759"/>
                  <a:pt x="48303" y="187375"/>
                  <a:pt x="48303" y="180711"/>
                </a:cubicBezTo>
                <a:cubicBezTo>
                  <a:pt x="48303" y="174048"/>
                  <a:pt x="53686" y="168664"/>
                  <a:pt x="60350" y="168664"/>
                </a:cubicBezTo>
                <a:lnTo>
                  <a:pt x="84445" y="168664"/>
                </a:lnTo>
                <a:lnTo>
                  <a:pt x="84445" y="141143"/>
                </a:lnTo>
                <a:cubicBezTo>
                  <a:pt x="78421" y="138244"/>
                  <a:pt x="70929" y="132861"/>
                  <a:pt x="63625" y="122959"/>
                </a:cubicBezTo>
                <a:cubicBezTo>
                  <a:pt x="56698" y="121152"/>
                  <a:pt x="49169" y="118404"/>
                  <a:pt x="41827" y="114262"/>
                </a:cubicBezTo>
                <a:cubicBezTo>
                  <a:pt x="21459" y="102855"/>
                  <a:pt x="3087" y="81358"/>
                  <a:pt x="452" y="42768"/>
                </a:cubicBezTo>
                <a:cubicBezTo>
                  <a:pt x="-264" y="32189"/>
                  <a:pt x="8358" y="24057"/>
                  <a:pt x="18184" y="24057"/>
                </a:cubicBezTo>
                <a:lnTo>
                  <a:pt x="36858" y="24057"/>
                </a:lnTo>
                <a:cubicBezTo>
                  <a:pt x="36745" y="22100"/>
                  <a:pt x="36669" y="20142"/>
                  <a:pt x="36594" y="18109"/>
                </a:cubicBezTo>
                <a:cubicBezTo>
                  <a:pt x="36218" y="8132"/>
                  <a:pt x="44350" y="-38"/>
                  <a:pt x="54326" y="-38"/>
                </a:cubicBezTo>
                <a:close/>
                <a:moveTo>
                  <a:pt x="38213" y="42166"/>
                </a:moveTo>
                <a:lnTo>
                  <a:pt x="18485" y="42166"/>
                </a:lnTo>
                <a:cubicBezTo>
                  <a:pt x="20819" y="74054"/>
                  <a:pt x="35465" y="90017"/>
                  <a:pt x="50562" y="98488"/>
                </a:cubicBezTo>
                <a:cubicBezTo>
                  <a:pt x="45140" y="84445"/>
                  <a:pt x="40660" y="66110"/>
                  <a:pt x="38213" y="42166"/>
                </a:cubicBezTo>
                <a:close/>
                <a:moveTo>
                  <a:pt x="143063" y="96681"/>
                </a:moveTo>
                <a:cubicBezTo>
                  <a:pt x="158311" y="87720"/>
                  <a:pt x="172090" y="71795"/>
                  <a:pt x="174424" y="42166"/>
                </a:cubicBezTo>
                <a:lnTo>
                  <a:pt x="154734" y="42166"/>
                </a:lnTo>
                <a:cubicBezTo>
                  <a:pt x="152400" y="65094"/>
                  <a:pt x="148183" y="82901"/>
                  <a:pt x="143063" y="96681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890618" y="8363594"/>
            <a:ext cx="6939320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9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核心收获：</a:t>
            </a:r>
            <a:r>
              <a:rPr lang="en-US" sz="1349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通过实践掌握了全栈开发技术栈，实现了从数据库设计到前后端开发的无缝衔接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2296583" cy="349250"/>
          </a:xfrm>
          <a:custGeom>
            <a:avLst/>
            <a:gdLst/>
            <a:ahLst/>
            <a:cxnLst/>
            <a:rect l="l" t="t" r="r" b="b"/>
            <a:pathLst>
              <a:path w="2296583" h="349250">
                <a:moveTo>
                  <a:pt x="42333" y="0"/>
                </a:moveTo>
                <a:lnTo>
                  <a:pt x="2254251" y="0"/>
                </a:lnTo>
                <a:cubicBezTo>
                  <a:pt x="2277630" y="0"/>
                  <a:pt x="2296583" y="18953"/>
                  <a:pt x="2296583" y="42333"/>
                </a:cubicBezTo>
                <a:lnTo>
                  <a:pt x="2296583" y="306917"/>
                </a:lnTo>
                <a:cubicBezTo>
                  <a:pt x="2296583" y="330297"/>
                  <a:pt x="2277630" y="349250"/>
                  <a:pt x="2254251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50333" y="479774"/>
            <a:ext cx="2129455" cy="24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 MINDSET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0774"/>
            <a:ext cx="156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实习收获：工程化思维培养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453441"/>
            <a:ext cx="15515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从编码到工程的专业软件开发思维转变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4500" y="1919108"/>
            <a:ext cx="7598833" cy="2921000"/>
          </a:xfrm>
          <a:custGeom>
            <a:avLst/>
            <a:gdLst/>
            <a:ahLst/>
            <a:cxnLst/>
            <a:rect l="l" t="t" r="r" b="b"/>
            <a:pathLst>
              <a:path w="7598833" h="2921000">
                <a:moveTo>
                  <a:pt x="42333" y="0"/>
                </a:moveTo>
                <a:lnTo>
                  <a:pt x="7514154" y="0"/>
                </a:lnTo>
                <a:cubicBezTo>
                  <a:pt x="7560921" y="0"/>
                  <a:pt x="7598833" y="37912"/>
                  <a:pt x="7598833" y="84680"/>
                </a:cubicBezTo>
                <a:lnTo>
                  <a:pt x="7598833" y="2836320"/>
                </a:lnTo>
                <a:cubicBezTo>
                  <a:pt x="7598833" y="2883088"/>
                  <a:pt x="7560921" y="2921000"/>
                  <a:pt x="7514154" y="2921000"/>
                </a:cubicBezTo>
                <a:lnTo>
                  <a:pt x="42333" y="2921000"/>
                </a:lnTo>
                <a:cubicBezTo>
                  <a:pt x="18953" y="2921000"/>
                  <a:pt x="0" y="2902047"/>
                  <a:pt x="0" y="287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4500" y="1919108"/>
            <a:ext cx="42333" cy="2921000"/>
          </a:xfrm>
          <a:custGeom>
            <a:avLst/>
            <a:gdLst/>
            <a:ahLst/>
            <a:cxnLst/>
            <a:rect l="l" t="t" r="r" b="b"/>
            <a:pathLst>
              <a:path w="42333" h="2921000">
                <a:moveTo>
                  <a:pt x="42333" y="0"/>
                </a:moveTo>
                <a:lnTo>
                  <a:pt x="42333" y="0"/>
                </a:lnTo>
                <a:lnTo>
                  <a:pt x="42333" y="2921000"/>
                </a:lnTo>
                <a:lnTo>
                  <a:pt x="42333" y="2921000"/>
                </a:lnTo>
                <a:cubicBezTo>
                  <a:pt x="18953" y="2921000"/>
                  <a:pt x="0" y="2902047"/>
                  <a:pt x="0" y="287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35000" y="2088441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27604" y="2194274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49159" y="496"/>
                </a:moveTo>
                <a:cubicBezTo>
                  <a:pt x="142131" y="-1530"/>
                  <a:pt x="134813" y="2563"/>
                  <a:pt x="132788" y="9591"/>
                </a:cubicBezTo>
                <a:lnTo>
                  <a:pt x="79871" y="194799"/>
                </a:lnTo>
                <a:cubicBezTo>
                  <a:pt x="77845" y="201827"/>
                  <a:pt x="81938" y="209145"/>
                  <a:pt x="88966" y="211171"/>
                </a:cubicBezTo>
                <a:cubicBezTo>
                  <a:pt x="95994" y="213196"/>
                  <a:pt x="103312" y="209104"/>
                  <a:pt x="105337" y="202076"/>
                </a:cubicBezTo>
                <a:lnTo>
                  <a:pt x="158254" y="16867"/>
                </a:lnTo>
                <a:cubicBezTo>
                  <a:pt x="160280" y="9839"/>
                  <a:pt x="156187" y="2522"/>
                  <a:pt x="149159" y="496"/>
                </a:cubicBezTo>
                <a:close/>
                <a:moveTo>
                  <a:pt x="175865" y="56761"/>
                </a:moveTo>
                <a:cubicBezTo>
                  <a:pt x="170698" y="61929"/>
                  <a:pt x="170698" y="70321"/>
                  <a:pt x="175865" y="75489"/>
                </a:cubicBezTo>
                <a:lnTo>
                  <a:pt x="206210" y="105833"/>
                </a:lnTo>
                <a:lnTo>
                  <a:pt x="175865" y="136178"/>
                </a:lnTo>
                <a:cubicBezTo>
                  <a:pt x="170698" y="141345"/>
                  <a:pt x="170698" y="149738"/>
                  <a:pt x="175865" y="154905"/>
                </a:cubicBezTo>
                <a:cubicBezTo>
                  <a:pt x="181033" y="160073"/>
                  <a:pt x="189425" y="160073"/>
                  <a:pt x="194593" y="154905"/>
                </a:cubicBezTo>
                <a:lnTo>
                  <a:pt x="234280" y="115218"/>
                </a:lnTo>
                <a:cubicBezTo>
                  <a:pt x="239448" y="110050"/>
                  <a:pt x="239448" y="101658"/>
                  <a:pt x="234280" y="96490"/>
                </a:cubicBezTo>
                <a:lnTo>
                  <a:pt x="194593" y="56803"/>
                </a:lnTo>
                <a:cubicBezTo>
                  <a:pt x="189425" y="51635"/>
                  <a:pt x="181033" y="51635"/>
                  <a:pt x="175865" y="56803"/>
                </a:cubicBezTo>
                <a:close/>
                <a:moveTo>
                  <a:pt x="62301" y="56761"/>
                </a:moveTo>
                <a:cubicBezTo>
                  <a:pt x="57133" y="51594"/>
                  <a:pt x="48741" y="51594"/>
                  <a:pt x="43574" y="56761"/>
                </a:cubicBezTo>
                <a:lnTo>
                  <a:pt x="3886" y="96449"/>
                </a:lnTo>
                <a:cubicBezTo>
                  <a:pt x="-1282" y="101617"/>
                  <a:pt x="-1282" y="110009"/>
                  <a:pt x="3886" y="115176"/>
                </a:cubicBezTo>
                <a:lnTo>
                  <a:pt x="43574" y="154864"/>
                </a:lnTo>
                <a:cubicBezTo>
                  <a:pt x="48741" y="160032"/>
                  <a:pt x="57133" y="160032"/>
                  <a:pt x="62301" y="154864"/>
                </a:cubicBezTo>
                <a:cubicBezTo>
                  <a:pt x="67469" y="149696"/>
                  <a:pt x="67469" y="141304"/>
                  <a:pt x="62301" y="136136"/>
                </a:cubicBezTo>
                <a:lnTo>
                  <a:pt x="31957" y="105833"/>
                </a:lnTo>
                <a:lnTo>
                  <a:pt x="62260" y="75489"/>
                </a:lnTo>
                <a:cubicBezTo>
                  <a:pt x="67427" y="70321"/>
                  <a:pt x="67427" y="61929"/>
                  <a:pt x="62260" y="56761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85333" y="2151941"/>
            <a:ext cx="1587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代码规范与质量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000" y="2596441"/>
            <a:ext cx="7239000" cy="635000"/>
          </a:xfrm>
          <a:custGeom>
            <a:avLst/>
            <a:gdLst/>
            <a:ahLst/>
            <a:cxnLst/>
            <a:rect l="l" t="t" r="r" b="b"/>
            <a:pathLst>
              <a:path w="7239000" h="635000">
                <a:moveTo>
                  <a:pt x="42335" y="0"/>
                </a:moveTo>
                <a:lnTo>
                  <a:pt x="7196665" y="0"/>
                </a:lnTo>
                <a:cubicBezTo>
                  <a:pt x="7220046" y="0"/>
                  <a:pt x="7239000" y="18954"/>
                  <a:pt x="7239000" y="42335"/>
                </a:cubicBezTo>
                <a:lnTo>
                  <a:pt x="7239000" y="592665"/>
                </a:lnTo>
                <a:cubicBezTo>
                  <a:pt x="7239000" y="616046"/>
                  <a:pt x="7220046" y="635000"/>
                  <a:pt x="7196665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50094" y="2723441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89542" y="2681108"/>
            <a:ext cx="1418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命名规范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9542" y="2935108"/>
            <a:ext cx="1407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采用统一的命名约定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000" y="3316108"/>
            <a:ext cx="7239000" cy="635000"/>
          </a:xfrm>
          <a:custGeom>
            <a:avLst/>
            <a:gdLst/>
            <a:ahLst/>
            <a:cxnLst/>
            <a:rect l="l" t="t" r="r" b="b"/>
            <a:pathLst>
              <a:path w="7239000" h="635000">
                <a:moveTo>
                  <a:pt x="42335" y="0"/>
                </a:moveTo>
                <a:lnTo>
                  <a:pt x="7196665" y="0"/>
                </a:lnTo>
                <a:cubicBezTo>
                  <a:pt x="7220046" y="0"/>
                  <a:pt x="7239000" y="18954"/>
                  <a:pt x="7239000" y="42335"/>
                </a:cubicBezTo>
                <a:lnTo>
                  <a:pt x="7239000" y="592665"/>
                </a:lnTo>
                <a:cubicBezTo>
                  <a:pt x="7239000" y="616046"/>
                  <a:pt x="7220046" y="635000"/>
                  <a:pt x="7196665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50094" y="3443108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89542" y="3400774"/>
            <a:ext cx="1121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注释与文档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9542" y="3654774"/>
            <a:ext cx="1111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编写清晰的注释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5000" y="4035774"/>
            <a:ext cx="7239000" cy="635000"/>
          </a:xfrm>
          <a:custGeom>
            <a:avLst/>
            <a:gdLst/>
            <a:ahLst/>
            <a:cxnLst/>
            <a:rect l="l" t="t" r="r" b="b"/>
            <a:pathLst>
              <a:path w="7239000" h="635000">
                <a:moveTo>
                  <a:pt x="42335" y="0"/>
                </a:moveTo>
                <a:lnTo>
                  <a:pt x="7196665" y="0"/>
                </a:lnTo>
                <a:cubicBezTo>
                  <a:pt x="7220046" y="0"/>
                  <a:pt x="7239000" y="18954"/>
                  <a:pt x="7239000" y="42335"/>
                </a:cubicBezTo>
                <a:lnTo>
                  <a:pt x="7239000" y="592665"/>
                </a:lnTo>
                <a:cubicBezTo>
                  <a:pt x="7239000" y="616046"/>
                  <a:pt x="7220046" y="635000"/>
                  <a:pt x="7196665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50094" y="4162774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89542" y="4120441"/>
            <a:ext cx="973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代码复用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9542" y="4374441"/>
            <a:ext cx="96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提取公共代码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4500" y="4967108"/>
            <a:ext cx="7598833" cy="2921000"/>
          </a:xfrm>
          <a:custGeom>
            <a:avLst/>
            <a:gdLst/>
            <a:ahLst/>
            <a:cxnLst/>
            <a:rect l="l" t="t" r="r" b="b"/>
            <a:pathLst>
              <a:path w="7598833" h="2921000">
                <a:moveTo>
                  <a:pt x="42333" y="0"/>
                </a:moveTo>
                <a:lnTo>
                  <a:pt x="7514154" y="0"/>
                </a:lnTo>
                <a:cubicBezTo>
                  <a:pt x="7560921" y="0"/>
                  <a:pt x="7598833" y="37912"/>
                  <a:pt x="7598833" y="84680"/>
                </a:cubicBezTo>
                <a:lnTo>
                  <a:pt x="7598833" y="2836320"/>
                </a:lnTo>
                <a:cubicBezTo>
                  <a:pt x="7598833" y="2883088"/>
                  <a:pt x="7560921" y="2921000"/>
                  <a:pt x="7514154" y="2921000"/>
                </a:cubicBezTo>
                <a:lnTo>
                  <a:pt x="42333" y="2921000"/>
                </a:lnTo>
                <a:cubicBezTo>
                  <a:pt x="18953" y="2921000"/>
                  <a:pt x="0" y="2902047"/>
                  <a:pt x="0" y="287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44500" y="4967108"/>
            <a:ext cx="42333" cy="2921000"/>
          </a:xfrm>
          <a:custGeom>
            <a:avLst/>
            <a:gdLst/>
            <a:ahLst/>
            <a:cxnLst/>
            <a:rect l="l" t="t" r="r" b="b"/>
            <a:pathLst>
              <a:path w="42333" h="2921000">
                <a:moveTo>
                  <a:pt x="42333" y="0"/>
                </a:moveTo>
                <a:lnTo>
                  <a:pt x="42333" y="0"/>
                </a:lnTo>
                <a:lnTo>
                  <a:pt x="42333" y="2921000"/>
                </a:lnTo>
                <a:lnTo>
                  <a:pt x="42333" y="2921000"/>
                </a:lnTo>
                <a:cubicBezTo>
                  <a:pt x="18953" y="2921000"/>
                  <a:pt x="0" y="2902047"/>
                  <a:pt x="0" y="287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35000" y="5136441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40833" y="5242274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41635" y="3886"/>
                </a:moveTo>
                <a:cubicBezTo>
                  <a:pt x="136467" y="-1282"/>
                  <a:pt x="128075" y="-1282"/>
                  <a:pt x="122907" y="3886"/>
                </a:cubicBezTo>
                <a:cubicBezTo>
                  <a:pt x="117740" y="9054"/>
                  <a:pt x="117740" y="17446"/>
                  <a:pt x="122907" y="22614"/>
                </a:cubicBezTo>
                <a:lnTo>
                  <a:pt x="126793" y="26458"/>
                </a:lnTo>
                <a:lnTo>
                  <a:pt x="11617" y="141635"/>
                </a:lnTo>
                <a:cubicBezTo>
                  <a:pt x="4175" y="149076"/>
                  <a:pt x="0" y="159163"/>
                  <a:pt x="0" y="169705"/>
                </a:cubicBezTo>
                <a:lnTo>
                  <a:pt x="0" y="171979"/>
                </a:lnTo>
                <a:cubicBezTo>
                  <a:pt x="0" y="193890"/>
                  <a:pt x="17777" y="211667"/>
                  <a:pt x="39688" y="211667"/>
                </a:cubicBezTo>
                <a:lnTo>
                  <a:pt x="41961" y="211667"/>
                </a:lnTo>
                <a:cubicBezTo>
                  <a:pt x="52503" y="211667"/>
                  <a:pt x="62590" y="207491"/>
                  <a:pt x="70032" y="200050"/>
                </a:cubicBezTo>
                <a:lnTo>
                  <a:pt x="185208" y="84873"/>
                </a:lnTo>
                <a:lnTo>
                  <a:pt x="189094" y="88759"/>
                </a:lnTo>
                <a:cubicBezTo>
                  <a:pt x="194262" y="93927"/>
                  <a:pt x="202654" y="93927"/>
                  <a:pt x="207822" y="88759"/>
                </a:cubicBezTo>
                <a:cubicBezTo>
                  <a:pt x="212990" y="83592"/>
                  <a:pt x="212990" y="75200"/>
                  <a:pt x="207822" y="70032"/>
                </a:cubicBezTo>
                <a:lnTo>
                  <a:pt x="141676" y="3886"/>
                </a:lnTo>
                <a:close/>
                <a:moveTo>
                  <a:pt x="84873" y="105833"/>
                </a:moveTo>
                <a:lnTo>
                  <a:pt x="145521" y="45186"/>
                </a:lnTo>
                <a:lnTo>
                  <a:pt x="166481" y="66146"/>
                </a:lnTo>
                <a:lnTo>
                  <a:pt x="126793" y="105833"/>
                </a:lnTo>
                <a:lnTo>
                  <a:pt x="84832" y="105833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85333" y="5199941"/>
            <a:ext cx="1587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测试意识与技能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000" y="5644441"/>
            <a:ext cx="7239000" cy="635000"/>
          </a:xfrm>
          <a:custGeom>
            <a:avLst/>
            <a:gdLst/>
            <a:ahLst/>
            <a:cxnLst/>
            <a:rect l="l" t="t" r="r" b="b"/>
            <a:pathLst>
              <a:path w="7239000" h="635000">
                <a:moveTo>
                  <a:pt x="42335" y="0"/>
                </a:moveTo>
                <a:lnTo>
                  <a:pt x="7196665" y="0"/>
                </a:lnTo>
                <a:cubicBezTo>
                  <a:pt x="7220046" y="0"/>
                  <a:pt x="7239000" y="18954"/>
                  <a:pt x="7239000" y="42335"/>
                </a:cubicBezTo>
                <a:lnTo>
                  <a:pt x="7239000" y="592665"/>
                </a:lnTo>
                <a:cubicBezTo>
                  <a:pt x="7239000" y="616046"/>
                  <a:pt x="7220046" y="635000"/>
                  <a:pt x="7196665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50094" y="5771441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89542" y="5729108"/>
            <a:ext cx="1418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单元测试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9542" y="5983108"/>
            <a:ext cx="1407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编写 Service 层测试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000" y="6364108"/>
            <a:ext cx="7239000" cy="635000"/>
          </a:xfrm>
          <a:custGeom>
            <a:avLst/>
            <a:gdLst/>
            <a:ahLst/>
            <a:cxnLst/>
            <a:rect l="l" t="t" r="r" b="b"/>
            <a:pathLst>
              <a:path w="7239000" h="635000">
                <a:moveTo>
                  <a:pt x="42335" y="0"/>
                </a:moveTo>
                <a:lnTo>
                  <a:pt x="7196665" y="0"/>
                </a:lnTo>
                <a:cubicBezTo>
                  <a:pt x="7220046" y="0"/>
                  <a:pt x="7239000" y="18954"/>
                  <a:pt x="7239000" y="42335"/>
                </a:cubicBezTo>
                <a:lnTo>
                  <a:pt x="7239000" y="592665"/>
                </a:lnTo>
                <a:cubicBezTo>
                  <a:pt x="7239000" y="616046"/>
                  <a:pt x="7220046" y="635000"/>
                  <a:pt x="7196665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50094" y="6491108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89542" y="6448774"/>
            <a:ext cx="1344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集成测试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89542" y="6702774"/>
            <a:ext cx="1333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Postman 测试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000" y="7083774"/>
            <a:ext cx="7239000" cy="635000"/>
          </a:xfrm>
          <a:custGeom>
            <a:avLst/>
            <a:gdLst/>
            <a:ahLst/>
            <a:cxnLst/>
            <a:rect l="l" t="t" r="r" b="b"/>
            <a:pathLst>
              <a:path w="7239000" h="635000">
                <a:moveTo>
                  <a:pt x="42335" y="0"/>
                </a:moveTo>
                <a:lnTo>
                  <a:pt x="7196665" y="0"/>
                </a:lnTo>
                <a:cubicBezTo>
                  <a:pt x="7220046" y="0"/>
                  <a:pt x="7239000" y="18954"/>
                  <a:pt x="7239000" y="42335"/>
                </a:cubicBezTo>
                <a:lnTo>
                  <a:pt x="7239000" y="592665"/>
                </a:lnTo>
                <a:cubicBezTo>
                  <a:pt x="7239000" y="616046"/>
                  <a:pt x="7220046" y="635000"/>
                  <a:pt x="7196665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750094" y="7210774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89542" y="7168441"/>
            <a:ext cx="973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测试驱动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89542" y="7422441"/>
            <a:ext cx="96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先写测试用例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33833" y="1919108"/>
            <a:ext cx="7598833" cy="2921000"/>
          </a:xfrm>
          <a:custGeom>
            <a:avLst/>
            <a:gdLst/>
            <a:ahLst/>
            <a:cxnLst/>
            <a:rect l="l" t="t" r="r" b="b"/>
            <a:pathLst>
              <a:path w="7598833" h="2921000">
                <a:moveTo>
                  <a:pt x="42333" y="0"/>
                </a:moveTo>
                <a:lnTo>
                  <a:pt x="7514154" y="0"/>
                </a:lnTo>
                <a:cubicBezTo>
                  <a:pt x="7560921" y="0"/>
                  <a:pt x="7598833" y="37912"/>
                  <a:pt x="7598833" y="84680"/>
                </a:cubicBezTo>
                <a:lnTo>
                  <a:pt x="7598833" y="2836320"/>
                </a:lnTo>
                <a:cubicBezTo>
                  <a:pt x="7598833" y="2883088"/>
                  <a:pt x="7560921" y="2921000"/>
                  <a:pt x="7514154" y="2921000"/>
                </a:cubicBezTo>
                <a:lnTo>
                  <a:pt x="42333" y="2921000"/>
                </a:lnTo>
                <a:cubicBezTo>
                  <a:pt x="18953" y="2921000"/>
                  <a:pt x="0" y="2902047"/>
                  <a:pt x="0" y="287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233833" y="1919108"/>
            <a:ext cx="42333" cy="2921000"/>
          </a:xfrm>
          <a:custGeom>
            <a:avLst/>
            <a:gdLst/>
            <a:ahLst/>
            <a:cxnLst/>
            <a:rect l="l" t="t" r="r" b="b"/>
            <a:pathLst>
              <a:path w="42333" h="2921000">
                <a:moveTo>
                  <a:pt x="42333" y="0"/>
                </a:moveTo>
                <a:lnTo>
                  <a:pt x="42333" y="0"/>
                </a:lnTo>
                <a:lnTo>
                  <a:pt x="42333" y="2921000"/>
                </a:lnTo>
                <a:lnTo>
                  <a:pt x="42333" y="2921000"/>
                </a:lnTo>
                <a:cubicBezTo>
                  <a:pt x="18953" y="2921000"/>
                  <a:pt x="0" y="2902047"/>
                  <a:pt x="0" y="287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424333" y="2088441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516938" y="2194274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92646" y="40142"/>
                </a:moveTo>
                <a:lnTo>
                  <a:pt x="92646" y="60647"/>
                </a:lnTo>
                <a:lnTo>
                  <a:pt x="92852" y="60854"/>
                </a:lnTo>
                <a:cubicBezTo>
                  <a:pt x="95539" y="26789"/>
                  <a:pt x="124023" y="0"/>
                  <a:pt x="158791" y="0"/>
                </a:cubicBezTo>
                <a:cubicBezTo>
                  <a:pt x="167101" y="0"/>
                  <a:pt x="175080" y="1530"/>
                  <a:pt x="182397" y="4341"/>
                </a:cubicBezTo>
                <a:cubicBezTo>
                  <a:pt x="186531" y="5912"/>
                  <a:pt x="187275" y="11162"/>
                  <a:pt x="184175" y="14304"/>
                </a:cubicBezTo>
                <a:lnTo>
                  <a:pt x="147505" y="50974"/>
                </a:lnTo>
                <a:cubicBezTo>
                  <a:pt x="146265" y="52214"/>
                  <a:pt x="145562" y="53909"/>
                  <a:pt x="145562" y="55645"/>
                </a:cubicBezTo>
                <a:lnTo>
                  <a:pt x="145562" y="72760"/>
                </a:lnTo>
                <a:cubicBezTo>
                  <a:pt x="145562" y="76398"/>
                  <a:pt x="148539" y="79375"/>
                  <a:pt x="152177" y="79375"/>
                </a:cubicBezTo>
                <a:lnTo>
                  <a:pt x="169292" y="79375"/>
                </a:lnTo>
                <a:cubicBezTo>
                  <a:pt x="171028" y="79375"/>
                  <a:pt x="172723" y="78672"/>
                  <a:pt x="173964" y="77432"/>
                </a:cubicBezTo>
                <a:lnTo>
                  <a:pt x="210633" y="40762"/>
                </a:lnTo>
                <a:cubicBezTo>
                  <a:pt x="213775" y="37620"/>
                  <a:pt x="219025" y="38406"/>
                  <a:pt x="220596" y="42540"/>
                </a:cubicBezTo>
                <a:cubicBezTo>
                  <a:pt x="223408" y="49857"/>
                  <a:pt x="224937" y="57836"/>
                  <a:pt x="224937" y="66146"/>
                </a:cubicBezTo>
                <a:cubicBezTo>
                  <a:pt x="224937" y="91199"/>
                  <a:pt x="211005" y="113027"/>
                  <a:pt x="190417" y="124230"/>
                </a:cubicBezTo>
                <a:lnTo>
                  <a:pt x="224110" y="157923"/>
                </a:lnTo>
                <a:cubicBezTo>
                  <a:pt x="231841" y="165654"/>
                  <a:pt x="231841" y="178222"/>
                  <a:pt x="224110" y="185994"/>
                </a:cubicBezTo>
                <a:lnTo>
                  <a:pt x="199264" y="210840"/>
                </a:lnTo>
                <a:cubicBezTo>
                  <a:pt x="191534" y="218571"/>
                  <a:pt x="178966" y="218571"/>
                  <a:pt x="171194" y="210840"/>
                </a:cubicBezTo>
                <a:lnTo>
                  <a:pt x="119104" y="158750"/>
                </a:lnTo>
                <a:cubicBezTo>
                  <a:pt x="107776" y="147423"/>
                  <a:pt x="105213" y="130679"/>
                  <a:pt x="111456" y="116871"/>
                </a:cubicBezTo>
                <a:lnTo>
                  <a:pt x="73959" y="79375"/>
                </a:lnTo>
                <a:lnTo>
                  <a:pt x="53454" y="79375"/>
                </a:lnTo>
                <a:cubicBezTo>
                  <a:pt x="49031" y="79375"/>
                  <a:pt x="44896" y="77184"/>
                  <a:pt x="42457" y="73505"/>
                </a:cubicBezTo>
                <a:lnTo>
                  <a:pt x="9674" y="24350"/>
                </a:lnTo>
                <a:cubicBezTo>
                  <a:pt x="7938" y="21745"/>
                  <a:pt x="8268" y="18231"/>
                  <a:pt x="10501" y="15999"/>
                </a:cubicBezTo>
                <a:lnTo>
                  <a:pt x="29270" y="-2770"/>
                </a:lnTo>
                <a:cubicBezTo>
                  <a:pt x="31502" y="-5002"/>
                  <a:pt x="34975" y="-5333"/>
                  <a:pt x="37620" y="-3597"/>
                </a:cubicBezTo>
                <a:lnTo>
                  <a:pt x="86775" y="29146"/>
                </a:lnTo>
                <a:cubicBezTo>
                  <a:pt x="90454" y="31585"/>
                  <a:pt x="92646" y="35719"/>
                  <a:pt x="92646" y="40142"/>
                </a:cubicBezTo>
                <a:close/>
                <a:moveTo>
                  <a:pt x="89132" y="122618"/>
                </a:moveTo>
                <a:cubicBezTo>
                  <a:pt x="86527" y="137914"/>
                  <a:pt x="90124" y="154078"/>
                  <a:pt x="100046" y="167018"/>
                </a:cubicBezTo>
                <a:lnTo>
                  <a:pt x="60771" y="206251"/>
                </a:lnTo>
                <a:cubicBezTo>
                  <a:pt x="49155" y="217868"/>
                  <a:pt x="30303" y="217868"/>
                  <a:pt x="18686" y="206251"/>
                </a:cubicBezTo>
                <a:cubicBezTo>
                  <a:pt x="7069" y="194634"/>
                  <a:pt x="7069" y="175783"/>
                  <a:pt x="18686" y="164166"/>
                </a:cubicBezTo>
                <a:lnTo>
                  <a:pt x="74662" y="108190"/>
                </a:lnTo>
                <a:lnTo>
                  <a:pt x="89132" y="122659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974667" y="2151941"/>
            <a:ext cx="1587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版本控制与协作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24333" y="2596441"/>
            <a:ext cx="7239000" cy="635000"/>
          </a:xfrm>
          <a:custGeom>
            <a:avLst/>
            <a:gdLst/>
            <a:ahLst/>
            <a:cxnLst/>
            <a:rect l="l" t="t" r="r" b="b"/>
            <a:pathLst>
              <a:path w="7239000" h="635000">
                <a:moveTo>
                  <a:pt x="42335" y="0"/>
                </a:moveTo>
                <a:lnTo>
                  <a:pt x="7196665" y="0"/>
                </a:lnTo>
                <a:cubicBezTo>
                  <a:pt x="7220046" y="0"/>
                  <a:pt x="7239000" y="18954"/>
                  <a:pt x="7239000" y="42335"/>
                </a:cubicBezTo>
                <a:lnTo>
                  <a:pt x="7239000" y="592665"/>
                </a:lnTo>
                <a:cubicBezTo>
                  <a:pt x="7239000" y="616046"/>
                  <a:pt x="7220046" y="635000"/>
                  <a:pt x="7196665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539427" y="2723441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778875" y="2681108"/>
            <a:ext cx="1693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Git分支管理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78875" y="2935108"/>
            <a:ext cx="168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feature 分支工作流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24333" y="3316108"/>
            <a:ext cx="7239000" cy="635000"/>
          </a:xfrm>
          <a:custGeom>
            <a:avLst/>
            <a:gdLst/>
            <a:ahLst/>
            <a:cxnLst/>
            <a:rect l="l" t="t" r="r" b="b"/>
            <a:pathLst>
              <a:path w="7239000" h="635000">
                <a:moveTo>
                  <a:pt x="42335" y="0"/>
                </a:moveTo>
                <a:lnTo>
                  <a:pt x="7196665" y="0"/>
                </a:lnTo>
                <a:cubicBezTo>
                  <a:pt x="7220046" y="0"/>
                  <a:pt x="7239000" y="18954"/>
                  <a:pt x="7239000" y="42335"/>
                </a:cubicBezTo>
                <a:lnTo>
                  <a:pt x="7239000" y="592665"/>
                </a:lnTo>
                <a:cubicBezTo>
                  <a:pt x="7239000" y="616046"/>
                  <a:pt x="7220046" y="635000"/>
                  <a:pt x="7196665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539427" y="3443108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778875" y="3400774"/>
            <a:ext cx="202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提交信息规范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778875" y="3654774"/>
            <a:ext cx="201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编写清晰的 commit message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24333" y="4035774"/>
            <a:ext cx="7239000" cy="635000"/>
          </a:xfrm>
          <a:custGeom>
            <a:avLst/>
            <a:gdLst/>
            <a:ahLst/>
            <a:cxnLst/>
            <a:rect l="l" t="t" r="r" b="b"/>
            <a:pathLst>
              <a:path w="7239000" h="635000">
                <a:moveTo>
                  <a:pt x="42335" y="0"/>
                </a:moveTo>
                <a:lnTo>
                  <a:pt x="7196665" y="0"/>
                </a:lnTo>
                <a:cubicBezTo>
                  <a:pt x="7220046" y="0"/>
                  <a:pt x="7239000" y="18954"/>
                  <a:pt x="7239000" y="42335"/>
                </a:cubicBezTo>
                <a:lnTo>
                  <a:pt x="7239000" y="592665"/>
                </a:lnTo>
                <a:cubicBezTo>
                  <a:pt x="7239000" y="616046"/>
                  <a:pt x="7220046" y="635000"/>
                  <a:pt x="7196665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539427" y="4162774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778875" y="4120441"/>
            <a:ext cx="1809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代码审查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778875" y="4374441"/>
            <a:ext cx="1799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Merge Request 审查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33833" y="4967108"/>
            <a:ext cx="7598833" cy="2921000"/>
          </a:xfrm>
          <a:custGeom>
            <a:avLst/>
            <a:gdLst/>
            <a:ahLst/>
            <a:cxnLst/>
            <a:rect l="l" t="t" r="r" b="b"/>
            <a:pathLst>
              <a:path w="7598833" h="2921000">
                <a:moveTo>
                  <a:pt x="42333" y="0"/>
                </a:moveTo>
                <a:lnTo>
                  <a:pt x="7514154" y="0"/>
                </a:lnTo>
                <a:cubicBezTo>
                  <a:pt x="7560921" y="0"/>
                  <a:pt x="7598833" y="37912"/>
                  <a:pt x="7598833" y="84680"/>
                </a:cubicBezTo>
                <a:lnTo>
                  <a:pt x="7598833" y="2836320"/>
                </a:lnTo>
                <a:cubicBezTo>
                  <a:pt x="7598833" y="2883088"/>
                  <a:pt x="7560921" y="2921000"/>
                  <a:pt x="7514154" y="2921000"/>
                </a:cubicBezTo>
                <a:lnTo>
                  <a:pt x="42333" y="2921000"/>
                </a:lnTo>
                <a:cubicBezTo>
                  <a:pt x="18953" y="2921000"/>
                  <a:pt x="0" y="2902047"/>
                  <a:pt x="0" y="287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8233833" y="4967108"/>
            <a:ext cx="42333" cy="2921000"/>
          </a:xfrm>
          <a:custGeom>
            <a:avLst/>
            <a:gdLst/>
            <a:ahLst/>
            <a:cxnLst/>
            <a:rect l="l" t="t" r="r" b="b"/>
            <a:pathLst>
              <a:path w="42333" h="2921000">
                <a:moveTo>
                  <a:pt x="42333" y="0"/>
                </a:moveTo>
                <a:lnTo>
                  <a:pt x="42333" y="0"/>
                </a:lnTo>
                <a:lnTo>
                  <a:pt x="42333" y="2921000"/>
                </a:lnTo>
                <a:lnTo>
                  <a:pt x="42333" y="2921000"/>
                </a:lnTo>
                <a:cubicBezTo>
                  <a:pt x="18953" y="2921000"/>
                  <a:pt x="0" y="2902047"/>
                  <a:pt x="0" y="287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8424333" y="5136441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8503708" y="5242274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71938" y="87023"/>
                </a:moveTo>
                <a:cubicBezTo>
                  <a:pt x="176981" y="85659"/>
                  <a:pt x="182273" y="88057"/>
                  <a:pt x="184547" y="92728"/>
                </a:cubicBezTo>
                <a:lnTo>
                  <a:pt x="192236" y="108272"/>
                </a:lnTo>
                <a:cubicBezTo>
                  <a:pt x="196494" y="108851"/>
                  <a:pt x="200670" y="110009"/>
                  <a:pt x="204597" y="111621"/>
                </a:cubicBezTo>
                <a:lnTo>
                  <a:pt x="219067" y="101989"/>
                </a:lnTo>
                <a:cubicBezTo>
                  <a:pt x="223408" y="99095"/>
                  <a:pt x="229154" y="99674"/>
                  <a:pt x="232833" y="103353"/>
                </a:cubicBezTo>
                <a:lnTo>
                  <a:pt x="240771" y="111290"/>
                </a:lnTo>
                <a:cubicBezTo>
                  <a:pt x="244450" y="114970"/>
                  <a:pt x="245029" y="120757"/>
                  <a:pt x="242135" y="125057"/>
                </a:cubicBezTo>
                <a:lnTo>
                  <a:pt x="232503" y="139485"/>
                </a:lnTo>
                <a:cubicBezTo>
                  <a:pt x="233288" y="141428"/>
                  <a:pt x="233991" y="143454"/>
                  <a:pt x="234570" y="145562"/>
                </a:cubicBezTo>
                <a:cubicBezTo>
                  <a:pt x="235148" y="147671"/>
                  <a:pt x="235521" y="149738"/>
                  <a:pt x="235810" y="151846"/>
                </a:cubicBezTo>
                <a:lnTo>
                  <a:pt x="251396" y="159535"/>
                </a:lnTo>
                <a:cubicBezTo>
                  <a:pt x="256067" y="161851"/>
                  <a:pt x="258465" y="167142"/>
                  <a:pt x="257101" y="172145"/>
                </a:cubicBezTo>
                <a:lnTo>
                  <a:pt x="254207" y="182976"/>
                </a:lnTo>
                <a:cubicBezTo>
                  <a:pt x="252842" y="187978"/>
                  <a:pt x="248171" y="191368"/>
                  <a:pt x="242962" y="191037"/>
                </a:cubicBezTo>
                <a:lnTo>
                  <a:pt x="225599" y="189921"/>
                </a:lnTo>
                <a:cubicBezTo>
                  <a:pt x="222994" y="193270"/>
                  <a:pt x="219976" y="196370"/>
                  <a:pt x="216545" y="199016"/>
                </a:cubicBezTo>
                <a:lnTo>
                  <a:pt x="217661" y="216338"/>
                </a:lnTo>
                <a:cubicBezTo>
                  <a:pt x="217992" y="221547"/>
                  <a:pt x="214602" y="226260"/>
                  <a:pt x="209600" y="227583"/>
                </a:cubicBezTo>
                <a:lnTo>
                  <a:pt x="198768" y="230477"/>
                </a:lnTo>
                <a:cubicBezTo>
                  <a:pt x="193725" y="231841"/>
                  <a:pt x="188474" y="229443"/>
                  <a:pt x="186159" y="224772"/>
                </a:cubicBezTo>
                <a:lnTo>
                  <a:pt x="178470" y="209228"/>
                </a:lnTo>
                <a:cubicBezTo>
                  <a:pt x="174212" y="208649"/>
                  <a:pt x="170036" y="207491"/>
                  <a:pt x="166109" y="205879"/>
                </a:cubicBezTo>
                <a:lnTo>
                  <a:pt x="151639" y="215511"/>
                </a:lnTo>
                <a:cubicBezTo>
                  <a:pt x="147299" y="218405"/>
                  <a:pt x="141552" y="217826"/>
                  <a:pt x="137873" y="214147"/>
                </a:cubicBezTo>
                <a:lnTo>
                  <a:pt x="129935" y="206210"/>
                </a:lnTo>
                <a:cubicBezTo>
                  <a:pt x="126256" y="202530"/>
                  <a:pt x="125677" y="196784"/>
                  <a:pt x="128571" y="192443"/>
                </a:cubicBezTo>
                <a:lnTo>
                  <a:pt x="138203" y="177974"/>
                </a:lnTo>
                <a:cubicBezTo>
                  <a:pt x="137418" y="176031"/>
                  <a:pt x="136715" y="174005"/>
                  <a:pt x="136136" y="171896"/>
                </a:cubicBezTo>
                <a:cubicBezTo>
                  <a:pt x="135558" y="169788"/>
                  <a:pt x="135186" y="167680"/>
                  <a:pt x="134896" y="165613"/>
                </a:cubicBezTo>
                <a:lnTo>
                  <a:pt x="119311" y="157923"/>
                </a:lnTo>
                <a:cubicBezTo>
                  <a:pt x="114639" y="155608"/>
                  <a:pt x="112283" y="150316"/>
                  <a:pt x="113605" y="145314"/>
                </a:cubicBezTo>
                <a:lnTo>
                  <a:pt x="116499" y="134483"/>
                </a:lnTo>
                <a:cubicBezTo>
                  <a:pt x="117864" y="129480"/>
                  <a:pt x="122535" y="126090"/>
                  <a:pt x="127744" y="126421"/>
                </a:cubicBezTo>
                <a:lnTo>
                  <a:pt x="145066" y="127537"/>
                </a:lnTo>
                <a:cubicBezTo>
                  <a:pt x="147671" y="124189"/>
                  <a:pt x="150688" y="121088"/>
                  <a:pt x="154120" y="118442"/>
                </a:cubicBezTo>
                <a:lnTo>
                  <a:pt x="153004" y="101162"/>
                </a:lnTo>
                <a:cubicBezTo>
                  <a:pt x="152673" y="95953"/>
                  <a:pt x="156063" y="91240"/>
                  <a:pt x="161065" y="89917"/>
                </a:cubicBezTo>
                <a:lnTo>
                  <a:pt x="171896" y="87023"/>
                </a:lnTo>
                <a:close/>
                <a:moveTo>
                  <a:pt x="185374" y="140560"/>
                </a:moveTo>
                <a:cubicBezTo>
                  <a:pt x="175334" y="140571"/>
                  <a:pt x="167193" y="148731"/>
                  <a:pt x="167204" y="158771"/>
                </a:cubicBezTo>
                <a:cubicBezTo>
                  <a:pt x="167216" y="168810"/>
                  <a:pt x="175376" y="176952"/>
                  <a:pt x="185415" y="176940"/>
                </a:cubicBezTo>
                <a:cubicBezTo>
                  <a:pt x="195454" y="176929"/>
                  <a:pt x="203596" y="168769"/>
                  <a:pt x="203584" y="158729"/>
                </a:cubicBezTo>
                <a:cubicBezTo>
                  <a:pt x="203573" y="148690"/>
                  <a:pt x="195413" y="140548"/>
                  <a:pt x="185374" y="140560"/>
                </a:cubicBezTo>
                <a:close/>
                <a:moveTo>
                  <a:pt x="92976" y="-18810"/>
                </a:moveTo>
                <a:lnTo>
                  <a:pt x="103808" y="-15916"/>
                </a:lnTo>
                <a:cubicBezTo>
                  <a:pt x="108810" y="-14552"/>
                  <a:pt x="112200" y="-9839"/>
                  <a:pt x="111869" y="-4672"/>
                </a:cubicBezTo>
                <a:lnTo>
                  <a:pt x="110753" y="12609"/>
                </a:lnTo>
                <a:cubicBezTo>
                  <a:pt x="114184" y="15255"/>
                  <a:pt x="117202" y="18314"/>
                  <a:pt x="119807" y="21704"/>
                </a:cubicBezTo>
                <a:lnTo>
                  <a:pt x="137170" y="20588"/>
                </a:lnTo>
                <a:cubicBezTo>
                  <a:pt x="142338" y="20257"/>
                  <a:pt x="147050" y="23647"/>
                  <a:pt x="148415" y="28649"/>
                </a:cubicBezTo>
                <a:lnTo>
                  <a:pt x="151309" y="39481"/>
                </a:lnTo>
                <a:cubicBezTo>
                  <a:pt x="152632" y="44483"/>
                  <a:pt x="150275" y="49775"/>
                  <a:pt x="145604" y="52090"/>
                </a:cubicBezTo>
                <a:lnTo>
                  <a:pt x="130018" y="59779"/>
                </a:lnTo>
                <a:cubicBezTo>
                  <a:pt x="129729" y="61888"/>
                  <a:pt x="129315" y="63996"/>
                  <a:pt x="128778" y="66063"/>
                </a:cubicBezTo>
                <a:cubicBezTo>
                  <a:pt x="128240" y="68130"/>
                  <a:pt x="127496" y="70197"/>
                  <a:pt x="126711" y="72140"/>
                </a:cubicBezTo>
                <a:lnTo>
                  <a:pt x="136343" y="86610"/>
                </a:lnTo>
                <a:cubicBezTo>
                  <a:pt x="139237" y="90951"/>
                  <a:pt x="138658" y="96697"/>
                  <a:pt x="134979" y="100376"/>
                </a:cubicBezTo>
                <a:lnTo>
                  <a:pt x="127041" y="108314"/>
                </a:lnTo>
                <a:cubicBezTo>
                  <a:pt x="123362" y="111993"/>
                  <a:pt x="117616" y="112572"/>
                  <a:pt x="113275" y="109678"/>
                </a:cubicBezTo>
                <a:lnTo>
                  <a:pt x="98805" y="100046"/>
                </a:lnTo>
                <a:cubicBezTo>
                  <a:pt x="94878" y="101658"/>
                  <a:pt x="90702" y="102815"/>
                  <a:pt x="86444" y="103394"/>
                </a:cubicBezTo>
                <a:lnTo>
                  <a:pt x="78755" y="118938"/>
                </a:lnTo>
                <a:cubicBezTo>
                  <a:pt x="76440" y="123610"/>
                  <a:pt x="71148" y="125966"/>
                  <a:pt x="66146" y="124644"/>
                </a:cubicBezTo>
                <a:lnTo>
                  <a:pt x="55314" y="121750"/>
                </a:lnTo>
                <a:cubicBezTo>
                  <a:pt x="50271" y="120385"/>
                  <a:pt x="46922" y="115673"/>
                  <a:pt x="47253" y="110505"/>
                </a:cubicBezTo>
                <a:lnTo>
                  <a:pt x="48369" y="93183"/>
                </a:lnTo>
                <a:cubicBezTo>
                  <a:pt x="44938" y="90537"/>
                  <a:pt x="41920" y="87478"/>
                  <a:pt x="39315" y="84088"/>
                </a:cubicBezTo>
                <a:lnTo>
                  <a:pt x="21952" y="85204"/>
                </a:lnTo>
                <a:cubicBezTo>
                  <a:pt x="16785" y="85535"/>
                  <a:pt x="12072" y="82145"/>
                  <a:pt x="10707" y="77143"/>
                </a:cubicBezTo>
                <a:lnTo>
                  <a:pt x="7813" y="66311"/>
                </a:lnTo>
                <a:cubicBezTo>
                  <a:pt x="6491" y="61309"/>
                  <a:pt x="8847" y="56017"/>
                  <a:pt x="13519" y="53702"/>
                </a:cubicBezTo>
                <a:lnTo>
                  <a:pt x="29104" y="46013"/>
                </a:lnTo>
                <a:cubicBezTo>
                  <a:pt x="29394" y="43904"/>
                  <a:pt x="29807" y="41837"/>
                  <a:pt x="30344" y="39729"/>
                </a:cubicBezTo>
                <a:cubicBezTo>
                  <a:pt x="30923" y="37620"/>
                  <a:pt x="31585" y="35595"/>
                  <a:pt x="32411" y="33652"/>
                </a:cubicBezTo>
                <a:lnTo>
                  <a:pt x="22779" y="19224"/>
                </a:lnTo>
                <a:cubicBezTo>
                  <a:pt x="19885" y="14883"/>
                  <a:pt x="20464" y="9136"/>
                  <a:pt x="24143" y="5457"/>
                </a:cubicBezTo>
                <a:lnTo>
                  <a:pt x="32081" y="-2480"/>
                </a:lnTo>
                <a:cubicBezTo>
                  <a:pt x="35760" y="-6160"/>
                  <a:pt x="41507" y="-6739"/>
                  <a:pt x="45847" y="-3845"/>
                </a:cubicBezTo>
                <a:lnTo>
                  <a:pt x="60317" y="5788"/>
                </a:lnTo>
                <a:cubicBezTo>
                  <a:pt x="64244" y="4175"/>
                  <a:pt x="68420" y="3018"/>
                  <a:pt x="72678" y="2439"/>
                </a:cubicBezTo>
                <a:lnTo>
                  <a:pt x="80367" y="-13105"/>
                </a:lnTo>
                <a:cubicBezTo>
                  <a:pt x="82682" y="-17777"/>
                  <a:pt x="87933" y="-20133"/>
                  <a:pt x="92976" y="-18810"/>
                </a:cubicBezTo>
                <a:close/>
                <a:moveTo>
                  <a:pt x="79540" y="34727"/>
                </a:moveTo>
                <a:cubicBezTo>
                  <a:pt x="69501" y="34727"/>
                  <a:pt x="61350" y="42877"/>
                  <a:pt x="61350" y="52917"/>
                </a:cubicBezTo>
                <a:cubicBezTo>
                  <a:pt x="61350" y="62956"/>
                  <a:pt x="69501" y="71107"/>
                  <a:pt x="79540" y="71107"/>
                </a:cubicBezTo>
                <a:cubicBezTo>
                  <a:pt x="89580" y="71107"/>
                  <a:pt x="97730" y="62956"/>
                  <a:pt x="97730" y="52917"/>
                </a:cubicBezTo>
                <a:cubicBezTo>
                  <a:pt x="97730" y="42877"/>
                  <a:pt x="89580" y="34727"/>
                  <a:pt x="79540" y="3472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974667" y="5199941"/>
            <a:ext cx="1164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部署与运维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24333" y="5644441"/>
            <a:ext cx="7239000" cy="635000"/>
          </a:xfrm>
          <a:custGeom>
            <a:avLst/>
            <a:gdLst/>
            <a:ahLst/>
            <a:cxnLst/>
            <a:rect l="l" t="t" r="r" b="b"/>
            <a:pathLst>
              <a:path w="7239000" h="635000">
                <a:moveTo>
                  <a:pt x="42335" y="0"/>
                </a:moveTo>
                <a:lnTo>
                  <a:pt x="7196665" y="0"/>
                </a:lnTo>
                <a:cubicBezTo>
                  <a:pt x="7220046" y="0"/>
                  <a:pt x="7239000" y="18954"/>
                  <a:pt x="7239000" y="42335"/>
                </a:cubicBezTo>
                <a:lnTo>
                  <a:pt x="7239000" y="592665"/>
                </a:lnTo>
                <a:cubicBezTo>
                  <a:pt x="7239000" y="616046"/>
                  <a:pt x="7220046" y="635000"/>
                  <a:pt x="7196665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8539427" y="5771441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8778875" y="5729108"/>
            <a:ext cx="200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Docker容器化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778875" y="5983108"/>
            <a:ext cx="1989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编写 Dockerfile 和 Compose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424333" y="6364108"/>
            <a:ext cx="7239000" cy="635000"/>
          </a:xfrm>
          <a:custGeom>
            <a:avLst/>
            <a:gdLst/>
            <a:ahLst/>
            <a:cxnLst/>
            <a:rect l="l" t="t" r="r" b="b"/>
            <a:pathLst>
              <a:path w="7239000" h="635000">
                <a:moveTo>
                  <a:pt x="42335" y="0"/>
                </a:moveTo>
                <a:lnTo>
                  <a:pt x="7196665" y="0"/>
                </a:lnTo>
                <a:cubicBezTo>
                  <a:pt x="7220046" y="0"/>
                  <a:pt x="7239000" y="18954"/>
                  <a:pt x="7239000" y="42335"/>
                </a:cubicBezTo>
                <a:lnTo>
                  <a:pt x="7239000" y="592665"/>
                </a:lnTo>
                <a:cubicBezTo>
                  <a:pt x="7239000" y="616046"/>
                  <a:pt x="7220046" y="635000"/>
                  <a:pt x="7196665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8539427" y="6491108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8778875" y="6448774"/>
            <a:ext cx="1090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自动化脚本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778875" y="6702774"/>
            <a:ext cx="1079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编写 Shell 脚本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424333" y="7083774"/>
            <a:ext cx="7239000" cy="635000"/>
          </a:xfrm>
          <a:custGeom>
            <a:avLst/>
            <a:gdLst/>
            <a:ahLst/>
            <a:cxnLst/>
            <a:rect l="l" t="t" r="r" b="b"/>
            <a:pathLst>
              <a:path w="7239000" h="635000">
                <a:moveTo>
                  <a:pt x="42335" y="0"/>
                </a:moveTo>
                <a:lnTo>
                  <a:pt x="7196665" y="0"/>
                </a:lnTo>
                <a:cubicBezTo>
                  <a:pt x="7220046" y="0"/>
                  <a:pt x="7239000" y="18954"/>
                  <a:pt x="7239000" y="42335"/>
                </a:cubicBezTo>
                <a:lnTo>
                  <a:pt x="7239000" y="592665"/>
                </a:lnTo>
                <a:cubicBezTo>
                  <a:pt x="7239000" y="616046"/>
                  <a:pt x="7220046" y="635000"/>
                  <a:pt x="7196665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8539427" y="7210774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8778875" y="7168441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日志管理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778875" y="7422441"/>
            <a:ext cx="1259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合理配置日志输出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423333" y="8015108"/>
            <a:ext cx="15409333" cy="1397000"/>
          </a:xfrm>
          <a:custGeom>
            <a:avLst/>
            <a:gdLst/>
            <a:ahLst/>
            <a:cxnLst/>
            <a:rect l="l" t="t" r="r" b="b"/>
            <a:pathLst>
              <a:path w="15409333" h="1397000">
                <a:moveTo>
                  <a:pt x="84672" y="0"/>
                </a:moveTo>
                <a:lnTo>
                  <a:pt x="15324661" y="0"/>
                </a:lnTo>
                <a:cubicBezTo>
                  <a:pt x="15371424" y="0"/>
                  <a:pt x="15409333" y="37909"/>
                  <a:pt x="15409333" y="84672"/>
                </a:cubicBezTo>
                <a:lnTo>
                  <a:pt x="15409333" y="1312328"/>
                </a:lnTo>
                <a:cubicBezTo>
                  <a:pt x="15409333" y="1359091"/>
                  <a:pt x="15371424" y="1397000"/>
                  <a:pt x="15324661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603250" y="8184441"/>
            <a:ext cx="158750" cy="211667"/>
          </a:xfrm>
          <a:custGeom>
            <a:avLst/>
            <a:gdLst/>
            <a:ahLst/>
            <a:cxnLst/>
            <a:rect l="l" t="t" r="r" b="b"/>
            <a:pathLst>
              <a:path w="158750" h="211667">
                <a:moveTo>
                  <a:pt x="121088" y="158750"/>
                </a:moveTo>
                <a:cubicBezTo>
                  <a:pt x="124106" y="149531"/>
                  <a:pt x="130142" y="141180"/>
                  <a:pt x="136963" y="133987"/>
                </a:cubicBezTo>
                <a:cubicBezTo>
                  <a:pt x="150482" y="119765"/>
                  <a:pt x="158750" y="100542"/>
                  <a:pt x="158750" y="79375"/>
                </a:cubicBezTo>
                <a:cubicBezTo>
                  <a:pt x="158750" y="35553"/>
                  <a:pt x="123197" y="0"/>
                  <a:pt x="79375" y="0"/>
                </a:cubicBezTo>
                <a:cubicBezTo>
                  <a:pt x="35553" y="0"/>
                  <a:pt x="0" y="35553"/>
                  <a:pt x="0" y="79375"/>
                </a:cubicBezTo>
                <a:cubicBezTo>
                  <a:pt x="0" y="100542"/>
                  <a:pt x="8268" y="119765"/>
                  <a:pt x="21787" y="133987"/>
                </a:cubicBezTo>
                <a:cubicBezTo>
                  <a:pt x="28608" y="141180"/>
                  <a:pt x="34685" y="149531"/>
                  <a:pt x="37662" y="158750"/>
                </a:cubicBezTo>
                <a:lnTo>
                  <a:pt x="121047" y="158750"/>
                </a:lnTo>
                <a:close/>
                <a:moveTo>
                  <a:pt x="119063" y="178594"/>
                </a:moveTo>
                <a:lnTo>
                  <a:pt x="39688" y="178594"/>
                </a:lnTo>
                <a:lnTo>
                  <a:pt x="39688" y="185208"/>
                </a:lnTo>
                <a:cubicBezTo>
                  <a:pt x="39688" y="203481"/>
                  <a:pt x="54488" y="218281"/>
                  <a:pt x="72760" y="218281"/>
                </a:cubicBezTo>
                <a:lnTo>
                  <a:pt x="85990" y="218281"/>
                </a:lnTo>
                <a:cubicBezTo>
                  <a:pt x="104262" y="218281"/>
                  <a:pt x="119063" y="203481"/>
                  <a:pt x="119063" y="185208"/>
                </a:cubicBezTo>
                <a:lnTo>
                  <a:pt x="119063" y="178594"/>
                </a:lnTo>
                <a:close/>
                <a:moveTo>
                  <a:pt x="76068" y="46302"/>
                </a:moveTo>
                <a:cubicBezTo>
                  <a:pt x="59614" y="46302"/>
                  <a:pt x="46302" y="59614"/>
                  <a:pt x="46302" y="76068"/>
                </a:cubicBezTo>
                <a:cubicBezTo>
                  <a:pt x="46302" y="81566"/>
                  <a:pt x="41879" y="85990"/>
                  <a:pt x="36380" y="85990"/>
                </a:cubicBezTo>
                <a:cubicBezTo>
                  <a:pt x="30882" y="85990"/>
                  <a:pt x="26458" y="81566"/>
                  <a:pt x="26458" y="76068"/>
                </a:cubicBezTo>
                <a:cubicBezTo>
                  <a:pt x="26458" y="48659"/>
                  <a:pt x="48659" y="26458"/>
                  <a:pt x="76068" y="26458"/>
                </a:cubicBezTo>
                <a:cubicBezTo>
                  <a:pt x="81566" y="26458"/>
                  <a:pt x="85990" y="30882"/>
                  <a:pt x="85990" y="36380"/>
                </a:cubicBezTo>
                <a:cubicBezTo>
                  <a:pt x="85990" y="41879"/>
                  <a:pt x="81566" y="46302"/>
                  <a:pt x="76068" y="46302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899583" y="8142108"/>
            <a:ext cx="1799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问题解决能力培养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550333" y="8523108"/>
            <a:ext cx="3693583" cy="762000"/>
          </a:xfrm>
          <a:custGeom>
            <a:avLst/>
            <a:gdLst/>
            <a:ahLst/>
            <a:cxnLst/>
            <a:rect l="l" t="t" r="r" b="b"/>
            <a:pathLst>
              <a:path w="3693583" h="762000">
                <a:moveTo>
                  <a:pt x="84666" y="0"/>
                </a:moveTo>
                <a:lnTo>
                  <a:pt x="3608918" y="0"/>
                </a:lnTo>
                <a:cubicBezTo>
                  <a:pt x="3655677" y="0"/>
                  <a:pt x="3693583" y="37906"/>
                  <a:pt x="3693583" y="84666"/>
                </a:cubicBezTo>
                <a:lnTo>
                  <a:pt x="3693583" y="677334"/>
                </a:lnTo>
                <a:cubicBezTo>
                  <a:pt x="3693583" y="724094"/>
                  <a:pt x="3655677" y="762000"/>
                  <a:pt x="360891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703792" y="8671274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71979" y="85990"/>
                </a:moveTo>
                <a:cubicBezTo>
                  <a:pt x="171979" y="104965"/>
                  <a:pt x="165819" y="122494"/>
                  <a:pt x="155443" y="136715"/>
                </a:cubicBezTo>
                <a:lnTo>
                  <a:pt x="207781" y="189094"/>
                </a:lnTo>
                <a:cubicBezTo>
                  <a:pt x="212948" y="194262"/>
                  <a:pt x="212948" y="202654"/>
                  <a:pt x="207781" y="207822"/>
                </a:cubicBezTo>
                <a:cubicBezTo>
                  <a:pt x="202613" y="212990"/>
                  <a:pt x="194221" y="212990"/>
                  <a:pt x="189053" y="207822"/>
                </a:cubicBezTo>
                <a:lnTo>
                  <a:pt x="136715" y="155443"/>
                </a:lnTo>
                <a:cubicBezTo>
                  <a:pt x="122494" y="165819"/>
                  <a:pt x="104965" y="171979"/>
                  <a:pt x="85990" y="171979"/>
                </a:cubicBezTo>
                <a:cubicBezTo>
                  <a:pt x="38489" y="171979"/>
                  <a:pt x="0" y="133491"/>
                  <a:pt x="0" y="85990"/>
                </a:cubicBezTo>
                <a:cubicBezTo>
                  <a:pt x="0" y="38489"/>
                  <a:pt x="38489" y="0"/>
                  <a:pt x="85990" y="0"/>
                </a:cubicBezTo>
                <a:cubicBezTo>
                  <a:pt x="133491" y="0"/>
                  <a:pt x="171979" y="38489"/>
                  <a:pt x="171979" y="85990"/>
                </a:cubicBezTo>
                <a:close/>
                <a:moveTo>
                  <a:pt x="85990" y="145521"/>
                </a:moveTo>
                <a:cubicBezTo>
                  <a:pt x="118846" y="145521"/>
                  <a:pt x="145521" y="118846"/>
                  <a:pt x="145521" y="85990"/>
                </a:cubicBezTo>
                <a:cubicBezTo>
                  <a:pt x="145521" y="53133"/>
                  <a:pt x="118846" y="26458"/>
                  <a:pt x="85990" y="26458"/>
                </a:cubicBezTo>
                <a:cubicBezTo>
                  <a:pt x="53133" y="26458"/>
                  <a:pt x="26458" y="53133"/>
                  <a:pt x="26458" y="85990"/>
                </a:cubicBezTo>
                <a:cubicBezTo>
                  <a:pt x="26458" y="118846"/>
                  <a:pt x="53133" y="145521"/>
                  <a:pt x="85990" y="145521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/>
          <p:nvPr/>
        </p:nvSpPr>
        <p:spPr>
          <a:xfrm>
            <a:off x="1026583" y="8650108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问题定位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77333" y="8946441"/>
            <a:ext cx="3513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通过日志分析和调试工具快速定位问题根源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4370917" y="8523108"/>
            <a:ext cx="3693583" cy="762000"/>
          </a:xfrm>
          <a:custGeom>
            <a:avLst/>
            <a:gdLst/>
            <a:ahLst/>
            <a:cxnLst/>
            <a:rect l="l" t="t" r="r" b="b"/>
            <a:pathLst>
              <a:path w="3693583" h="762000">
                <a:moveTo>
                  <a:pt x="84666" y="0"/>
                </a:moveTo>
                <a:lnTo>
                  <a:pt x="3608918" y="0"/>
                </a:lnTo>
                <a:cubicBezTo>
                  <a:pt x="3655677" y="0"/>
                  <a:pt x="3693583" y="37906"/>
                  <a:pt x="3693583" y="84666"/>
                </a:cubicBezTo>
                <a:lnTo>
                  <a:pt x="3693583" y="677334"/>
                </a:lnTo>
                <a:cubicBezTo>
                  <a:pt x="3693583" y="724094"/>
                  <a:pt x="3655677" y="762000"/>
                  <a:pt x="360891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4537604" y="8671274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158750" y="211667"/>
                </a:moveTo>
                <a:lnTo>
                  <a:pt x="39688" y="211667"/>
                </a:lnTo>
                <a:cubicBezTo>
                  <a:pt x="17777" y="211667"/>
                  <a:pt x="0" y="193890"/>
                  <a:pt x="0" y="171979"/>
                </a:cubicBezTo>
                <a:lnTo>
                  <a:pt x="0" y="39688"/>
                </a:lnTo>
                <a:cubicBezTo>
                  <a:pt x="0" y="17777"/>
                  <a:pt x="17777" y="0"/>
                  <a:pt x="39688" y="0"/>
                </a:cubicBezTo>
                <a:lnTo>
                  <a:pt x="165365" y="0"/>
                </a:lnTo>
                <a:cubicBezTo>
                  <a:pt x="176320" y="0"/>
                  <a:pt x="185208" y="8888"/>
                  <a:pt x="185208" y="19844"/>
                </a:cubicBezTo>
                <a:lnTo>
                  <a:pt x="185208" y="138906"/>
                </a:lnTo>
                <a:cubicBezTo>
                  <a:pt x="185208" y="147547"/>
                  <a:pt x="179669" y="154905"/>
                  <a:pt x="171979" y="157634"/>
                </a:cubicBezTo>
                <a:lnTo>
                  <a:pt x="171979" y="185208"/>
                </a:lnTo>
                <a:cubicBezTo>
                  <a:pt x="179297" y="185208"/>
                  <a:pt x="185208" y="191120"/>
                  <a:pt x="185208" y="198438"/>
                </a:cubicBezTo>
                <a:cubicBezTo>
                  <a:pt x="185208" y="205755"/>
                  <a:pt x="179297" y="211667"/>
                  <a:pt x="171979" y="211667"/>
                </a:cubicBezTo>
                <a:lnTo>
                  <a:pt x="158750" y="211667"/>
                </a:lnTo>
                <a:close/>
                <a:moveTo>
                  <a:pt x="39688" y="158750"/>
                </a:moveTo>
                <a:cubicBezTo>
                  <a:pt x="32370" y="158750"/>
                  <a:pt x="26458" y="164662"/>
                  <a:pt x="26458" y="171979"/>
                </a:cubicBezTo>
                <a:cubicBezTo>
                  <a:pt x="26458" y="179297"/>
                  <a:pt x="32370" y="185208"/>
                  <a:pt x="39688" y="185208"/>
                </a:cubicBezTo>
                <a:lnTo>
                  <a:pt x="145521" y="185208"/>
                </a:lnTo>
                <a:lnTo>
                  <a:pt x="145521" y="158750"/>
                </a:lnTo>
                <a:lnTo>
                  <a:pt x="39688" y="158750"/>
                </a:lnTo>
                <a:close/>
                <a:moveTo>
                  <a:pt x="52917" y="62839"/>
                </a:moveTo>
                <a:cubicBezTo>
                  <a:pt x="52917" y="68337"/>
                  <a:pt x="57340" y="72760"/>
                  <a:pt x="62839" y="72760"/>
                </a:cubicBezTo>
                <a:lnTo>
                  <a:pt x="135599" y="72760"/>
                </a:lnTo>
                <a:cubicBezTo>
                  <a:pt x="141097" y="72760"/>
                  <a:pt x="145521" y="68337"/>
                  <a:pt x="145521" y="62839"/>
                </a:cubicBezTo>
                <a:cubicBezTo>
                  <a:pt x="145521" y="57340"/>
                  <a:pt x="141097" y="52917"/>
                  <a:pt x="135599" y="52917"/>
                </a:cubicBezTo>
                <a:lnTo>
                  <a:pt x="62839" y="52917"/>
                </a:lnTo>
                <a:cubicBezTo>
                  <a:pt x="57340" y="52917"/>
                  <a:pt x="52917" y="57340"/>
                  <a:pt x="52917" y="62839"/>
                </a:cubicBezTo>
                <a:close/>
                <a:moveTo>
                  <a:pt x="62839" y="92604"/>
                </a:moveTo>
                <a:cubicBezTo>
                  <a:pt x="57340" y="92604"/>
                  <a:pt x="52917" y="97028"/>
                  <a:pt x="52917" y="102526"/>
                </a:cubicBezTo>
                <a:cubicBezTo>
                  <a:pt x="52917" y="108024"/>
                  <a:pt x="57340" y="112448"/>
                  <a:pt x="62839" y="112448"/>
                </a:cubicBezTo>
                <a:lnTo>
                  <a:pt x="135599" y="112448"/>
                </a:lnTo>
                <a:cubicBezTo>
                  <a:pt x="141097" y="112448"/>
                  <a:pt x="145521" y="108024"/>
                  <a:pt x="145521" y="102526"/>
                </a:cubicBezTo>
                <a:cubicBezTo>
                  <a:pt x="145521" y="97028"/>
                  <a:pt x="141097" y="92604"/>
                  <a:pt x="135599" y="92604"/>
                </a:cubicBezTo>
                <a:lnTo>
                  <a:pt x="62839" y="92604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3" name="Text 81"/>
          <p:cNvSpPr/>
          <p:nvPr/>
        </p:nvSpPr>
        <p:spPr>
          <a:xfrm>
            <a:off x="4847167" y="8650108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文档阅读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497917" y="8946441"/>
            <a:ext cx="3513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培养阅读官方文档和技术博客的习惯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191500" y="8523108"/>
            <a:ext cx="3693583" cy="762000"/>
          </a:xfrm>
          <a:custGeom>
            <a:avLst/>
            <a:gdLst/>
            <a:ahLst/>
            <a:cxnLst/>
            <a:rect l="l" t="t" r="r" b="b"/>
            <a:pathLst>
              <a:path w="3693583" h="762000">
                <a:moveTo>
                  <a:pt x="84666" y="0"/>
                </a:moveTo>
                <a:lnTo>
                  <a:pt x="3608918" y="0"/>
                </a:lnTo>
                <a:cubicBezTo>
                  <a:pt x="3655677" y="0"/>
                  <a:pt x="3693583" y="37906"/>
                  <a:pt x="3693583" y="84666"/>
                </a:cubicBezTo>
                <a:lnTo>
                  <a:pt x="3693583" y="677334"/>
                </a:lnTo>
                <a:cubicBezTo>
                  <a:pt x="3693583" y="724094"/>
                  <a:pt x="3655677" y="762000"/>
                  <a:pt x="360891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6" name="Shape 84"/>
          <p:cNvSpPr/>
          <p:nvPr/>
        </p:nvSpPr>
        <p:spPr>
          <a:xfrm>
            <a:off x="8318500" y="8671274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32292" y="6615"/>
                </a:moveTo>
                <a:cubicBezTo>
                  <a:pt x="156021" y="6615"/>
                  <a:pt x="175286" y="25880"/>
                  <a:pt x="175286" y="49609"/>
                </a:cubicBezTo>
                <a:cubicBezTo>
                  <a:pt x="175286" y="73339"/>
                  <a:pt x="156021" y="92604"/>
                  <a:pt x="132292" y="92604"/>
                </a:cubicBezTo>
                <a:cubicBezTo>
                  <a:pt x="108562" y="92604"/>
                  <a:pt x="89297" y="73339"/>
                  <a:pt x="89297" y="49609"/>
                </a:cubicBezTo>
                <a:cubicBezTo>
                  <a:pt x="89297" y="25880"/>
                  <a:pt x="108562" y="6615"/>
                  <a:pt x="132292" y="6615"/>
                </a:cubicBezTo>
                <a:close/>
                <a:moveTo>
                  <a:pt x="39688" y="36380"/>
                </a:moveTo>
                <a:cubicBezTo>
                  <a:pt x="56116" y="36380"/>
                  <a:pt x="69453" y="49718"/>
                  <a:pt x="69453" y="66146"/>
                </a:cubicBezTo>
                <a:cubicBezTo>
                  <a:pt x="69453" y="82574"/>
                  <a:pt x="56116" y="95911"/>
                  <a:pt x="39688" y="95911"/>
                </a:cubicBezTo>
                <a:cubicBezTo>
                  <a:pt x="23259" y="95911"/>
                  <a:pt x="9922" y="82574"/>
                  <a:pt x="9922" y="66146"/>
                </a:cubicBezTo>
                <a:cubicBezTo>
                  <a:pt x="9922" y="49718"/>
                  <a:pt x="23259" y="36380"/>
                  <a:pt x="39687" y="36380"/>
                </a:cubicBezTo>
                <a:close/>
                <a:moveTo>
                  <a:pt x="0" y="171979"/>
                </a:moveTo>
                <a:cubicBezTo>
                  <a:pt x="0" y="142751"/>
                  <a:pt x="23688" y="119063"/>
                  <a:pt x="52917" y="119063"/>
                </a:cubicBezTo>
                <a:cubicBezTo>
                  <a:pt x="58208" y="119063"/>
                  <a:pt x="63335" y="119848"/>
                  <a:pt x="68172" y="121295"/>
                </a:cubicBezTo>
                <a:cubicBezTo>
                  <a:pt x="54570" y="136508"/>
                  <a:pt x="46302" y="156600"/>
                  <a:pt x="46302" y="178594"/>
                </a:cubicBezTo>
                <a:lnTo>
                  <a:pt x="46302" y="185208"/>
                </a:lnTo>
                <a:cubicBezTo>
                  <a:pt x="46302" y="189921"/>
                  <a:pt x="47294" y="194386"/>
                  <a:pt x="49072" y="198438"/>
                </a:cubicBezTo>
                <a:lnTo>
                  <a:pt x="13229" y="198438"/>
                </a:lnTo>
                <a:cubicBezTo>
                  <a:pt x="5912" y="198438"/>
                  <a:pt x="0" y="192526"/>
                  <a:pt x="0" y="185208"/>
                </a:cubicBezTo>
                <a:lnTo>
                  <a:pt x="0" y="171979"/>
                </a:lnTo>
                <a:close/>
                <a:moveTo>
                  <a:pt x="215511" y="198438"/>
                </a:moveTo>
                <a:cubicBezTo>
                  <a:pt x="217289" y="194386"/>
                  <a:pt x="218281" y="189921"/>
                  <a:pt x="218281" y="185208"/>
                </a:cubicBezTo>
                <a:lnTo>
                  <a:pt x="218281" y="178594"/>
                </a:lnTo>
                <a:cubicBezTo>
                  <a:pt x="218281" y="156600"/>
                  <a:pt x="210013" y="136508"/>
                  <a:pt x="196412" y="121295"/>
                </a:cubicBezTo>
                <a:cubicBezTo>
                  <a:pt x="201249" y="119848"/>
                  <a:pt x="206375" y="119063"/>
                  <a:pt x="211667" y="119063"/>
                </a:cubicBezTo>
                <a:cubicBezTo>
                  <a:pt x="240895" y="119063"/>
                  <a:pt x="264583" y="142751"/>
                  <a:pt x="264583" y="171979"/>
                </a:cubicBezTo>
                <a:lnTo>
                  <a:pt x="264583" y="185208"/>
                </a:lnTo>
                <a:cubicBezTo>
                  <a:pt x="264583" y="192526"/>
                  <a:pt x="258672" y="198438"/>
                  <a:pt x="251354" y="198438"/>
                </a:cubicBezTo>
                <a:lnTo>
                  <a:pt x="215511" y="198438"/>
                </a:lnTo>
                <a:close/>
                <a:moveTo>
                  <a:pt x="195130" y="66146"/>
                </a:moveTo>
                <a:cubicBezTo>
                  <a:pt x="195130" y="49718"/>
                  <a:pt x="208468" y="36380"/>
                  <a:pt x="224896" y="36380"/>
                </a:cubicBezTo>
                <a:cubicBezTo>
                  <a:pt x="241324" y="36380"/>
                  <a:pt x="254661" y="49718"/>
                  <a:pt x="254661" y="66146"/>
                </a:cubicBezTo>
                <a:cubicBezTo>
                  <a:pt x="254661" y="82574"/>
                  <a:pt x="241324" y="95911"/>
                  <a:pt x="224896" y="95911"/>
                </a:cubicBezTo>
                <a:cubicBezTo>
                  <a:pt x="208468" y="95911"/>
                  <a:pt x="195130" y="82574"/>
                  <a:pt x="195130" y="66146"/>
                </a:cubicBezTo>
                <a:close/>
                <a:moveTo>
                  <a:pt x="66146" y="178594"/>
                </a:moveTo>
                <a:cubicBezTo>
                  <a:pt x="66146" y="142048"/>
                  <a:pt x="95746" y="112448"/>
                  <a:pt x="132292" y="112448"/>
                </a:cubicBezTo>
                <a:cubicBezTo>
                  <a:pt x="168837" y="112448"/>
                  <a:pt x="198438" y="142048"/>
                  <a:pt x="198438" y="178594"/>
                </a:cubicBezTo>
                <a:lnTo>
                  <a:pt x="198438" y="185208"/>
                </a:lnTo>
                <a:cubicBezTo>
                  <a:pt x="198438" y="192526"/>
                  <a:pt x="192526" y="198438"/>
                  <a:pt x="185208" y="198438"/>
                </a:cubicBezTo>
                <a:lnTo>
                  <a:pt x="79375" y="198438"/>
                </a:lnTo>
                <a:cubicBezTo>
                  <a:pt x="72058" y="198438"/>
                  <a:pt x="66146" y="192526"/>
                  <a:pt x="66146" y="185208"/>
                </a:cubicBezTo>
                <a:lnTo>
                  <a:pt x="66146" y="178594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7" name="Text 85"/>
          <p:cNvSpPr/>
          <p:nvPr/>
        </p:nvSpPr>
        <p:spPr>
          <a:xfrm>
            <a:off x="8667750" y="8650108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技术社区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8318500" y="8946441"/>
            <a:ext cx="3513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学会在技术社区中寻找解决方案和提问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12012083" y="8523108"/>
            <a:ext cx="3693583" cy="762000"/>
          </a:xfrm>
          <a:custGeom>
            <a:avLst/>
            <a:gdLst/>
            <a:ahLst/>
            <a:cxnLst/>
            <a:rect l="l" t="t" r="r" b="b"/>
            <a:pathLst>
              <a:path w="3693583" h="762000">
                <a:moveTo>
                  <a:pt x="84666" y="0"/>
                </a:moveTo>
                <a:lnTo>
                  <a:pt x="3608918" y="0"/>
                </a:lnTo>
                <a:cubicBezTo>
                  <a:pt x="3655677" y="0"/>
                  <a:pt x="3693583" y="37906"/>
                  <a:pt x="3693583" y="84666"/>
                </a:cubicBezTo>
                <a:lnTo>
                  <a:pt x="3693583" y="677334"/>
                </a:lnTo>
                <a:cubicBezTo>
                  <a:pt x="3693583" y="724094"/>
                  <a:pt x="3655677" y="762000"/>
                  <a:pt x="360891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0" name="Shape 88"/>
          <p:cNvSpPr/>
          <p:nvPr/>
        </p:nvSpPr>
        <p:spPr>
          <a:xfrm>
            <a:off x="12165542" y="8671274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49609" y="23151"/>
                </a:moveTo>
                <a:cubicBezTo>
                  <a:pt x="49609" y="10377"/>
                  <a:pt x="59986" y="0"/>
                  <a:pt x="72760" y="0"/>
                </a:cubicBezTo>
                <a:lnTo>
                  <a:pt x="82682" y="0"/>
                </a:lnTo>
                <a:cubicBezTo>
                  <a:pt x="90000" y="0"/>
                  <a:pt x="95911" y="5912"/>
                  <a:pt x="95911" y="13229"/>
                </a:cubicBezTo>
                <a:lnTo>
                  <a:pt x="95911" y="198438"/>
                </a:lnTo>
                <a:cubicBezTo>
                  <a:pt x="95911" y="205755"/>
                  <a:pt x="90000" y="211667"/>
                  <a:pt x="82682" y="211667"/>
                </a:cubicBezTo>
                <a:lnTo>
                  <a:pt x="69453" y="211667"/>
                </a:lnTo>
                <a:cubicBezTo>
                  <a:pt x="57133" y="211667"/>
                  <a:pt x="46757" y="203233"/>
                  <a:pt x="43822" y="191823"/>
                </a:cubicBezTo>
                <a:cubicBezTo>
                  <a:pt x="43532" y="191823"/>
                  <a:pt x="43284" y="191823"/>
                  <a:pt x="42995" y="191823"/>
                </a:cubicBezTo>
                <a:cubicBezTo>
                  <a:pt x="24722" y="191823"/>
                  <a:pt x="9922" y="177023"/>
                  <a:pt x="9922" y="158750"/>
                </a:cubicBezTo>
                <a:cubicBezTo>
                  <a:pt x="9922" y="151309"/>
                  <a:pt x="12402" y="144446"/>
                  <a:pt x="16536" y="138906"/>
                </a:cubicBezTo>
                <a:cubicBezTo>
                  <a:pt x="8516" y="132870"/>
                  <a:pt x="3307" y="123279"/>
                  <a:pt x="3307" y="112448"/>
                </a:cubicBezTo>
                <a:cubicBezTo>
                  <a:pt x="3307" y="99674"/>
                  <a:pt x="10583" y="88553"/>
                  <a:pt x="21167" y="83054"/>
                </a:cubicBezTo>
                <a:cubicBezTo>
                  <a:pt x="18231" y="78093"/>
                  <a:pt x="16536" y="72306"/>
                  <a:pt x="16536" y="66146"/>
                </a:cubicBezTo>
                <a:cubicBezTo>
                  <a:pt x="16536" y="47873"/>
                  <a:pt x="31337" y="33073"/>
                  <a:pt x="49609" y="33073"/>
                </a:cubicBezTo>
                <a:lnTo>
                  <a:pt x="49609" y="23151"/>
                </a:lnTo>
                <a:close/>
                <a:moveTo>
                  <a:pt x="162057" y="23151"/>
                </a:moveTo>
                <a:lnTo>
                  <a:pt x="162057" y="33073"/>
                </a:lnTo>
                <a:cubicBezTo>
                  <a:pt x="180330" y="33073"/>
                  <a:pt x="195130" y="47873"/>
                  <a:pt x="195130" y="66146"/>
                </a:cubicBezTo>
                <a:cubicBezTo>
                  <a:pt x="195130" y="72347"/>
                  <a:pt x="193435" y="78135"/>
                  <a:pt x="190500" y="83054"/>
                </a:cubicBezTo>
                <a:cubicBezTo>
                  <a:pt x="201125" y="88553"/>
                  <a:pt x="208359" y="99632"/>
                  <a:pt x="208359" y="112448"/>
                </a:cubicBezTo>
                <a:cubicBezTo>
                  <a:pt x="208359" y="123279"/>
                  <a:pt x="203150" y="132870"/>
                  <a:pt x="195130" y="138906"/>
                </a:cubicBezTo>
                <a:cubicBezTo>
                  <a:pt x="199264" y="144446"/>
                  <a:pt x="201745" y="151309"/>
                  <a:pt x="201745" y="158750"/>
                </a:cubicBezTo>
                <a:cubicBezTo>
                  <a:pt x="201745" y="177023"/>
                  <a:pt x="186945" y="191823"/>
                  <a:pt x="168672" y="191823"/>
                </a:cubicBezTo>
                <a:cubicBezTo>
                  <a:pt x="168382" y="191823"/>
                  <a:pt x="168134" y="191823"/>
                  <a:pt x="167845" y="191823"/>
                </a:cubicBezTo>
                <a:cubicBezTo>
                  <a:pt x="164910" y="203233"/>
                  <a:pt x="154533" y="211667"/>
                  <a:pt x="142214" y="211667"/>
                </a:cubicBezTo>
                <a:lnTo>
                  <a:pt x="128984" y="211667"/>
                </a:lnTo>
                <a:cubicBezTo>
                  <a:pt x="121667" y="211667"/>
                  <a:pt x="115755" y="205755"/>
                  <a:pt x="115755" y="198438"/>
                </a:cubicBezTo>
                <a:lnTo>
                  <a:pt x="115755" y="13229"/>
                </a:lnTo>
                <a:cubicBezTo>
                  <a:pt x="115755" y="5912"/>
                  <a:pt x="121667" y="0"/>
                  <a:pt x="128984" y="0"/>
                </a:cubicBezTo>
                <a:lnTo>
                  <a:pt x="138906" y="0"/>
                </a:lnTo>
                <a:cubicBezTo>
                  <a:pt x="151681" y="0"/>
                  <a:pt x="162057" y="10377"/>
                  <a:pt x="162057" y="23151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1" name="Text 89"/>
          <p:cNvSpPr/>
          <p:nvPr/>
        </p:nvSpPr>
        <p:spPr>
          <a:xfrm>
            <a:off x="12488333" y="8650108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持续学习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12139083" y="8946441"/>
            <a:ext cx="3513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建立持续学习机制，跟踪技术发展趋势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426861" y="9542635"/>
            <a:ext cx="15405806" cy="430389"/>
          </a:xfrm>
          <a:custGeom>
            <a:avLst/>
            <a:gdLst/>
            <a:ahLst/>
            <a:cxnLst/>
            <a:rect l="l" t="t" r="r" b="b"/>
            <a:pathLst>
              <a:path w="15405806" h="430389">
                <a:moveTo>
                  <a:pt x="84666" y="0"/>
                </a:moveTo>
                <a:lnTo>
                  <a:pt x="15321139" y="0"/>
                </a:lnTo>
                <a:cubicBezTo>
                  <a:pt x="15367899" y="0"/>
                  <a:pt x="15405806" y="37906"/>
                  <a:pt x="15405806" y="84666"/>
                </a:cubicBezTo>
                <a:lnTo>
                  <a:pt x="15405806" y="345723"/>
                </a:lnTo>
                <a:cubicBezTo>
                  <a:pt x="15405806" y="392483"/>
                  <a:pt x="15367899" y="430389"/>
                  <a:pt x="15321139" y="430389"/>
                </a:cubicBezTo>
                <a:lnTo>
                  <a:pt x="84666" y="430389"/>
                </a:lnTo>
                <a:cubicBezTo>
                  <a:pt x="37906" y="430389"/>
                  <a:pt x="0" y="392483"/>
                  <a:pt x="0" y="345723"/>
                </a:cubicBezTo>
                <a:lnTo>
                  <a:pt x="0" y="84666"/>
                </a:lnTo>
                <a:cubicBezTo>
                  <a:pt x="0" y="37906"/>
                  <a:pt x="37906" y="0"/>
                  <a:pt x="84666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8467">
            <a:solidFill>
              <a:srgbClr val="4FD1C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Shape 92"/>
          <p:cNvSpPr/>
          <p:nvPr/>
        </p:nvSpPr>
        <p:spPr>
          <a:xfrm>
            <a:off x="529608" y="966258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5" name="Text 93"/>
          <p:cNvSpPr/>
          <p:nvPr/>
        </p:nvSpPr>
        <p:spPr>
          <a:xfrm>
            <a:off x="880181" y="9630833"/>
            <a:ext cx="499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核心成长：</a:t>
            </a:r>
            <a:r>
              <a:rPr lang="en-US" sz="1333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从单纯的编码实现转变为具备工程化思维的软件工程师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0929" y="450929"/>
            <a:ext cx="2852128" cy="372017"/>
          </a:xfrm>
          <a:custGeom>
            <a:avLst/>
            <a:gdLst/>
            <a:ahLst/>
            <a:cxnLst/>
            <a:rect l="l" t="t" r="r" b="b"/>
            <a:pathLst>
              <a:path w="2852128" h="372017">
                <a:moveTo>
                  <a:pt x="45092" y="0"/>
                </a:moveTo>
                <a:lnTo>
                  <a:pt x="2807035" y="0"/>
                </a:lnTo>
                <a:cubicBezTo>
                  <a:pt x="2831939" y="0"/>
                  <a:pt x="2852128" y="20188"/>
                  <a:pt x="2852128" y="45092"/>
                </a:cubicBezTo>
                <a:lnTo>
                  <a:pt x="2852128" y="326925"/>
                </a:lnTo>
                <a:cubicBezTo>
                  <a:pt x="2852128" y="351828"/>
                  <a:pt x="2831939" y="372017"/>
                  <a:pt x="2807035" y="372017"/>
                </a:cubicBezTo>
                <a:lnTo>
                  <a:pt x="45092" y="372017"/>
                </a:lnTo>
                <a:cubicBezTo>
                  <a:pt x="20188" y="372017"/>
                  <a:pt x="0" y="351828"/>
                  <a:pt x="0" y="326925"/>
                </a:cubicBezTo>
                <a:lnTo>
                  <a:pt x="0" y="45092"/>
                </a:lnTo>
                <a:cubicBezTo>
                  <a:pt x="0" y="20188"/>
                  <a:pt x="20188" y="0"/>
                  <a:pt x="45092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86208" y="511049"/>
            <a:ext cx="2671051" cy="263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0" b="1" kern="0" spc="7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SOLUTIONS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0929" y="916886"/>
            <a:ext cx="15624699" cy="541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61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问题与挑战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0929" y="1548187"/>
            <a:ext cx="15466874" cy="315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5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实习过程中遇到的困难与应对策略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3476" y="2044209"/>
            <a:ext cx="7564338" cy="4430380"/>
          </a:xfrm>
          <a:custGeom>
            <a:avLst/>
            <a:gdLst/>
            <a:ahLst/>
            <a:cxnLst/>
            <a:rect l="l" t="t" r="r" b="b"/>
            <a:pathLst>
              <a:path w="7564338" h="4430380">
                <a:moveTo>
                  <a:pt x="45093" y="0"/>
                </a:moveTo>
                <a:lnTo>
                  <a:pt x="7474136" y="0"/>
                </a:lnTo>
                <a:cubicBezTo>
                  <a:pt x="7523953" y="0"/>
                  <a:pt x="7564338" y="40385"/>
                  <a:pt x="7564338" y="90203"/>
                </a:cubicBezTo>
                <a:lnTo>
                  <a:pt x="7564338" y="4340177"/>
                </a:lnTo>
                <a:cubicBezTo>
                  <a:pt x="7564338" y="4389995"/>
                  <a:pt x="7523953" y="4430380"/>
                  <a:pt x="7474136" y="4430380"/>
                </a:cubicBezTo>
                <a:lnTo>
                  <a:pt x="45093" y="4430380"/>
                </a:lnTo>
                <a:cubicBezTo>
                  <a:pt x="20189" y="4430380"/>
                  <a:pt x="0" y="4410191"/>
                  <a:pt x="0" y="4385287"/>
                </a:cubicBezTo>
                <a:lnTo>
                  <a:pt x="0" y="45093"/>
                </a:lnTo>
                <a:cubicBezTo>
                  <a:pt x="0" y="20189"/>
                  <a:pt x="20189" y="0"/>
                  <a:pt x="4509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73476" y="2044209"/>
            <a:ext cx="45093" cy="4430380"/>
          </a:xfrm>
          <a:custGeom>
            <a:avLst/>
            <a:gdLst/>
            <a:ahLst/>
            <a:cxnLst/>
            <a:rect l="l" t="t" r="r" b="b"/>
            <a:pathLst>
              <a:path w="45093" h="4430380">
                <a:moveTo>
                  <a:pt x="45093" y="0"/>
                </a:moveTo>
                <a:lnTo>
                  <a:pt x="45093" y="0"/>
                </a:lnTo>
                <a:lnTo>
                  <a:pt x="45093" y="4430380"/>
                </a:lnTo>
                <a:lnTo>
                  <a:pt x="45093" y="4430380"/>
                </a:lnTo>
                <a:cubicBezTo>
                  <a:pt x="20189" y="4430380"/>
                  <a:pt x="0" y="4410191"/>
                  <a:pt x="0" y="4385287"/>
                </a:cubicBezTo>
                <a:lnTo>
                  <a:pt x="0" y="45093"/>
                </a:lnTo>
                <a:cubicBezTo>
                  <a:pt x="0" y="20189"/>
                  <a:pt x="20189" y="0"/>
                  <a:pt x="4509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76394" y="2224581"/>
            <a:ext cx="450929" cy="450929"/>
          </a:xfrm>
          <a:custGeom>
            <a:avLst/>
            <a:gdLst/>
            <a:ahLst/>
            <a:cxnLst/>
            <a:rect l="l" t="t" r="r" b="b"/>
            <a:pathLst>
              <a:path w="450929" h="450929">
                <a:moveTo>
                  <a:pt x="90186" y="0"/>
                </a:moveTo>
                <a:lnTo>
                  <a:pt x="360743" y="0"/>
                </a:lnTo>
                <a:cubicBezTo>
                  <a:pt x="410518" y="0"/>
                  <a:pt x="450929" y="40411"/>
                  <a:pt x="450929" y="90186"/>
                </a:cubicBezTo>
                <a:lnTo>
                  <a:pt x="450929" y="360743"/>
                </a:lnTo>
                <a:cubicBezTo>
                  <a:pt x="450929" y="410552"/>
                  <a:pt x="410552" y="450929"/>
                  <a:pt x="360743" y="450929"/>
                </a:cubicBezTo>
                <a:lnTo>
                  <a:pt x="90186" y="450929"/>
                </a:lnTo>
                <a:cubicBezTo>
                  <a:pt x="40411" y="450929"/>
                  <a:pt x="0" y="410518"/>
                  <a:pt x="0" y="360743"/>
                </a:cubicBezTo>
                <a:lnTo>
                  <a:pt x="0" y="90186"/>
                </a:lnTo>
                <a:cubicBezTo>
                  <a:pt x="0" y="40411"/>
                  <a:pt x="40411" y="0"/>
                  <a:pt x="9018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75035" y="2337313"/>
            <a:ext cx="253648" cy="225465"/>
          </a:xfrm>
          <a:custGeom>
            <a:avLst/>
            <a:gdLst/>
            <a:ahLst/>
            <a:cxnLst/>
            <a:rect l="l" t="t" r="r" b="b"/>
            <a:pathLst>
              <a:path w="253648" h="225465">
                <a:moveTo>
                  <a:pt x="158882" y="528"/>
                </a:moveTo>
                <a:cubicBezTo>
                  <a:pt x="151396" y="-1629"/>
                  <a:pt x="143602" y="2730"/>
                  <a:pt x="141444" y="10216"/>
                </a:cubicBezTo>
                <a:lnTo>
                  <a:pt x="85078" y="207498"/>
                </a:lnTo>
                <a:cubicBezTo>
                  <a:pt x="82920" y="214984"/>
                  <a:pt x="87279" y="222778"/>
                  <a:pt x="94766" y="224936"/>
                </a:cubicBezTo>
                <a:cubicBezTo>
                  <a:pt x="102252" y="227094"/>
                  <a:pt x="110046" y="222734"/>
                  <a:pt x="112204" y="215248"/>
                </a:cubicBezTo>
                <a:lnTo>
                  <a:pt x="168570" y="17967"/>
                </a:lnTo>
                <a:cubicBezTo>
                  <a:pt x="170728" y="10481"/>
                  <a:pt x="166368" y="2686"/>
                  <a:pt x="158882" y="528"/>
                </a:cubicBezTo>
                <a:close/>
                <a:moveTo>
                  <a:pt x="187329" y="60462"/>
                </a:moveTo>
                <a:cubicBezTo>
                  <a:pt x="181825" y="65966"/>
                  <a:pt x="181825" y="74905"/>
                  <a:pt x="187329" y="80410"/>
                </a:cubicBezTo>
                <a:lnTo>
                  <a:pt x="219652" y="112732"/>
                </a:lnTo>
                <a:lnTo>
                  <a:pt x="187329" y="145055"/>
                </a:lnTo>
                <a:cubicBezTo>
                  <a:pt x="181825" y="150559"/>
                  <a:pt x="181825" y="159499"/>
                  <a:pt x="187329" y="165003"/>
                </a:cubicBezTo>
                <a:cubicBezTo>
                  <a:pt x="192834" y="170508"/>
                  <a:pt x="201773" y="170508"/>
                  <a:pt x="207278" y="165003"/>
                </a:cubicBezTo>
                <a:lnTo>
                  <a:pt x="249552" y="122729"/>
                </a:lnTo>
                <a:cubicBezTo>
                  <a:pt x="255057" y="117224"/>
                  <a:pt x="255057" y="108285"/>
                  <a:pt x="249552" y="102780"/>
                </a:cubicBezTo>
                <a:lnTo>
                  <a:pt x="207278" y="60506"/>
                </a:lnTo>
                <a:cubicBezTo>
                  <a:pt x="201773" y="55001"/>
                  <a:pt x="192834" y="55001"/>
                  <a:pt x="187329" y="60506"/>
                </a:cubicBezTo>
                <a:close/>
                <a:moveTo>
                  <a:pt x="66362" y="60462"/>
                </a:moveTo>
                <a:cubicBezTo>
                  <a:pt x="60858" y="54957"/>
                  <a:pt x="51919" y="54957"/>
                  <a:pt x="46414" y="60462"/>
                </a:cubicBezTo>
                <a:lnTo>
                  <a:pt x="4139" y="102736"/>
                </a:lnTo>
                <a:cubicBezTo>
                  <a:pt x="-1365" y="108241"/>
                  <a:pt x="-1365" y="117180"/>
                  <a:pt x="4139" y="122684"/>
                </a:cubicBezTo>
                <a:lnTo>
                  <a:pt x="46414" y="164959"/>
                </a:lnTo>
                <a:cubicBezTo>
                  <a:pt x="51919" y="170464"/>
                  <a:pt x="60858" y="170464"/>
                  <a:pt x="66362" y="164959"/>
                </a:cubicBezTo>
                <a:cubicBezTo>
                  <a:pt x="71867" y="159455"/>
                  <a:pt x="71867" y="150515"/>
                  <a:pt x="66362" y="145011"/>
                </a:cubicBezTo>
                <a:lnTo>
                  <a:pt x="34040" y="112732"/>
                </a:lnTo>
                <a:lnTo>
                  <a:pt x="66318" y="80410"/>
                </a:lnTo>
                <a:cubicBezTo>
                  <a:pt x="71823" y="74905"/>
                  <a:pt x="71823" y="65966"/>
                  <a:pt x="66318" y="60462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62602" y="2292220"/>
            <a:ext cx="1014591" cy="315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技术挑战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6394" y="2810789"/>
            <a:ext cx="7181049" cy="1104777"/>
          </a:xfrm>
          <a:custGeom>
            <a:avLst/>
            <a:gdLst/>
            <a:ahLst/>
            <a:cxnLst/>
            <a:rect l="l" t="t" r="r" b="b"/>
            <a:pathLst>
              <a:path w="7181049" h="1104777">
                <a:moveTo>
                  <a:pt x="90183" y="0"/>
                </a:moveTo>
                <a:lnTo>
                  <a:pt x="7090866" y="0"/>
                </a:lnTo>
                <a:cubicBezTo>
                  <a:pt x="7140672" y="0"/>
                  <a:pt x="7181049" y="40376"/>
                  <a:pt x="7181049" y="90183"/>
                </a:cubicBezTo>
                <a:lnTo>
                  <a:pt x="7181049" y="1014594"/>
                </a:lnTo>
                <a:cubicBezTo>
                  <a:pt x="7181049" y="1064400"/>
                  <a:pt x="7140672" y="1104777"/>
                  <a:pt x="7090866" y="1104777"/>
                </a:cubicBezTo>
                <a:lnTo>
                  <a:pt x="90183" y="1104777"/>
                </a:lnTo>
                <a:cubicBezTo>
                  <a:pt x="40376" y="1104777"/>
                  <a:pt x="0" y="1064400"/>
                  <a:pt x="0" y="1014594"/>
                </a:cubicBezTo>
                <a:lnTo>
                  <a:pt x="0" y="90183"/>
                </a:lnTo>
                <a:cubicBezTo>
                  <a:pt x="0" y="40410"/>
                  <a:pt x="40410" y="0"/>
                  <a:pt x="9018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34219" y="2991160"/>
            <a:ext cx="180372" cy="180372"/>
          </a:xfrm>
          <a:custGeom>
            <a:avLst/>
            <a:gdLst/>
            <a:ahLst/>
            <a:cxnLst/>
            <a:rect l="l" t="t" r="r" b="b"/>
            <a:pathLst>
              <a:path w="180372" h="180372">
                <a:moveTo>
                  <a:pt x="90186" y="0"/>
                </a:moveTo>
                <a:cubicBezTo>
                  <a:pt x="95364" y="0"/>
                  <a:pt x="100120" y="2854"/>
                  <a:pt x="102586" y="7398"/>
                </a:cubicBezTo>
                <a:lnTo>
                  <a:pt x="178681" y="148313"/>
                </a:lnTo>
                <a:cubicBezTo>
                  <a:pt x="181041" y="152682"/>
                  <a:pt x="180935" y="157966"/>
                  <a:pt x="178399" y="162229"/>
                </a:cubicBezTo>
                <a:cubicBezTo>
                  <a:pt x="175862" y="166492"/>
                  <a:pt x="171247" y="169098"/>
                  <a:pt x="166280" y="169098"/>
                </a:cubicBezTo>
                <a:lnTo>
                  <a:pt x="14092" y="169098"/>
                </a:lnTo>
                <a:cubicBezTo>
                  <a:pt x="9124" y="169098"/>
                  <a:pt x="4545" y="166492"/>
                  <a:pt x="1973" y="162229"/>
                </a:cubicBezTo>
                <a:cubicBezTo>
                  <a:pt x="-599" y="157966"/>
                  <a:pt x="-669" y="152682"/>
                  <a:pt x="1691" y="148313"/>
                </a:cubicBezTo>
                <a:lnTo>
                  <a:pt x="77785" y="7398"/>
                </a:lnTo>
                <a:cubicBezTo>
                  <a:pt x="80251" y="2854"/>
                  <a:pt x="85007" y="0"/>
                  <a:pt x="90186" y="0"/>
                </a:cubicBezTo>
                <a:close/>
                <a:moveTo>
                  <a:pt x="90186" y="59184"/>
                </a:moveTo>
                <a:cubicBezTo>
                  <a:pt x="85500" y="59184"/>
                  <a:pt x="81731" y="62954"/>
                  <a:pt x="81731" y="67639"/>
                </a:cubicBezTo>
                <a:lnTo>
                  <a:pt x="81731" y="107096"/>
                </a:lnTo>
                <a:cubicBezTo>
                  <a:pt x="81731" y="111781"/>
                  <a:pt x="85500" y="115551"/>
                  <a:pt x="90186" y="115551"/>
                </a:cubicBezTo>
                <a:cubicBezTo>
                  <a:pt x="94871" y="115551"/>
                  <a:pt x="98641" y="111781"/>
                  <a:pt x="98641" y="107096"/>
                </a:cubicBezTo>
                <a:lnTo>
                  <a:pt x="98641" y="67639"/>
                </a:lnTo>
                <a:cubicBezTo>
                  <a:pt x="98641" y="62954"/>
                  <a:pt x="94871" y="59184"/>
                  <a:pt x="90186" y="59184"/>
                </a:cubicBezTo>
                <a:close/>
                <a:moveTo>
                  <a:pt x="99592" y="135279"/>
                </a:moveTo>
                <a:cubicBezTo>
                  <a:pt x="99806" y="131787"/>
                  <a:pt x="98065" y="128466"/>
                  <a:pt x="95072" y="126655"/>
                </a:cubicBezTo>
                <a:cubicBezTo>
                  <a:pt x="92079" y="124845"/>
                  <a:pt x="88328" y="124845"/>
                  <a:pt x="85335" y="126655"/>
                </a:cubicBezTo>
                <a:cubicBezTo>
                  <a:pt x="82342" y="128466"/>
                  <a:pt x="80601" y="131787"/>
                  <a:pt x="80815" y="135279"/>
                </a:cubicBezTo>
                <a:cubicBezTo>
                  <a:pt x="80601" y="138770"/>
                  <a:pt x="82342" y="142092"/>
                  <a:pt x="85335" y="143902"/>
                </a:cubicBezTo>
                <a:cubicBezTo>
                  <a:pt x="88328" y="145713"/>
                  <a:pt x="92079" y="145713"/>
                  <a:pt x="95072" y="143902"/>
                </a:cubicBezTo>
                <a:cubicBezTo>
                  <a:pt x="98065" y="142092"/>
                  <a:pt x="99806" y="138770"/>
                  <a:pt x="99592" y="135279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27323" y="2946068"/>
            <a:ext cx="1533160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冲突检测算法实现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1673" y="3261718"/>
            <a:ext cx="6989404" cy="259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问题：</a:t>
            </a:r>
            <a:r>
              <a:rPr lang="en-US" sz="124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时间区间重叠判断逻辑复杂，边界条件处理困难。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1673" y="3518184"/>
            <a:ext cx="6989404" cy="259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解决：</a:t>
            </a:r>
            <a:r>
              <a:rPr lang="en-US" sz="124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查阅资料，采用数学公式：newStart &lt; oldEnd &amp;&amp; newEnd &gt; oldStart。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6394" y="4000115"/>
            <a:ext cx="7181049" cy="1104777"/>
          </a:xfrm>
          <a:custGeom>
            <a:avLst/>
            <a:gdLst/>
            <a:ahLst/>
            <a:cxnLst/>
            <a:rect l="l" t="t" r="r" b="b"/>
            <a:pathLst>
              <a:path w="7181049" h="1104777">
                <a:moveTo>
                  <a:pt x="90183" y="0"/>
                </a:moveTo>
                <a:lnTo>
                  <a:pt x="7090866" y="0"/>
                </a:lnTo>
                <a:cubicBezTo>
                  <a:pt x="7140672" y="0"/>
                  <a:pt x="7181049" y="40376"/>
                  <a:pt x="7181049" y="90183"/>
                </a:cubicBezTo>
                <a:lnTo>
                  <a:pt x="7181049" y="1014594"/>
                </a:lnTo>
                <a:cubicBezTo>
                  <a:pt x="7181049" y="1064400"/>
                  <a:pt x="7140672" y="1104777"/>
                  <a:pt x="7090866" y="1104777"/>
                </a:cubicBezTo>
                <a:lnTo>
                  <a:pt x="90183" y="1104777"/>
                </a:lnTo>
                <a:cubicBezTo>
                  <a:pt x="40376" y="1104777"/>
                  <a:pt x="0" y="1064400"/>
                  <a:pt x="0" y="1014594"/>
                </a:cubicBezTo>
                <a:lnTo>
                  <a:pt x="0" y="90183"/>
                </a:lnTo>
                <a:cubicBezTo>
                  <a:pt x="0" y="40410"/>
                  <a:pt x="40410" y="0"/>
                  <a:pt x="9018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34219" y="4180486"/>
            <a:ext cx="180372" cy="180372"/>
          </a:xfrm>
          <a:custGeom>
            <a:avLst/>
            <a:gdLst/>
            <a:ahLst/>
            <a:cxnLst/>
            <a:rect l="l" t="t" r="r" b="b"/>
            <a:pathLst>
              <a:path w="180372" h="180372">
                <a:moveTo>
                  <a:pt x="90186" y="0"/>
                </a:moveTo>
                <a:cubicBezTo>
                  <a:pt x="95364" y="0"/>
                  <a:pt x="100120" y="2854"/>
                  <a:pt x="102586" y="7398"/>
                </a:cubicBezTo>
                <a:lnTo>
                  <a:pt x="178681" y="148313"/>
                </a:lnTo>
                <a:cubicBezTo>
                  <a:pt x="181041" y="152682"/>
                  <a:pt x="180935" y="157966"/>
                  <a:pt x="178399" y="162229"/>
                </a:cubicBezTo>
                <a:cubicBezTo>
                  <a:pt x="175862" y="166492"/>
                  <a:pt x="171247" y="169098"/>
                  <a:pt x="166280" y="169098"/>
                </a:cubicBezTo>
                <a:lnTo>
                  <a:pt x="14092" y="169098"/>
                </a:lnTo>
                <a:cubicBezTo>
                  <a:pt x="9124" y="169098"/>
                  <a:pt x="4545" y="166492"/>
                  <a:pt x="1973" y="162229"/>
                </a:cubicBezTo>
                <a:cubicBezTo>
                  <a:pt x="-599" y="157966"/>
                  <a:pt x="-669" y="152682"/>
                  <a:pt x="1691" y="148313"/>
                </a:cubicBezTo>
                <a:lnTo>
                  <a:pt x="77785" y="7398"/>
                </a:lnTo>
                <a:cubicBezTo>
                  <a:pt x="80251" y="2854"/>
                  <a:pt x="85007" y="0"/>
                  <a:pt x="90186" y="0"/>
                </a:cubicBezTo>
                <a:close/>
                <a:moveTo>
                  <a:pt x="90186" y="59184"/>
                </a:moveTo>
                <a:cubicBezTo>
                  <a:pt x="85500" y="59184"/>
                  <a:pt x="81731" y="62954"/>
                  <a:pt x="81731" y="67639"/>
                </a:cubicBezTo>
                <a:lnTo>
                  <a:pt x="81731" y="107096"/>
                </a:lnTo>
                <a:cubicBezTo>
                  <a:pt x="81731" y="111781"/>
                  <a:pt x="85500" y="115551"/>
                  <a:pt x="90186" y="115551"/>
                </a:cubicBezTo>
                <a:cubicBezTo>
                  <a:pt x="94871" y="115551"/>
                  <a:pt x="98641" y="111781"/>
                  <a:pt x="98641" y="107096"/>
                </a:cubicBezTo>
                <a:lnTo>
                  <a:pt x="98641" y="67639"/>
                </a:lnTo>
                <a:cubicBezTo>
                  <a:pt x="98641" y="62954"/>
                  <a:pt x="94871" y="59184"/>
                  <a:pt x="90186" y="59184"/>
                </a:cubicBezTo>
                <a:close/>
                <a:moveTo>
                  <a:pt x="99592" y="135279"/>
                </a:moveTo>
                <a:cubicBezTo>
                  <a:pt x="99806" y="131787"/>
                  <a:pt x="98065" y="128466"/>
                  <a:pt x="95072" y="126655"/>
                </a:cubicBezTo>
                <a:cubicBezTo>
                  <a:pt x="92079" y="124845"/>
                  <a:pt x="88328" y="124845"/>
                  <a:pt x="85335" y="126655"/>
                </a:cubicBezTo>
                <a:cubicBezTo>
                  <a:pt x="82342" y="128466"/>
                  <a:pt x="80601" y="131787"/>
                  <a:pt x="80815" y="135279"/>
                </a:cubicBezTo>
                <a:cubicBezTo>
                  <a:pt x="80601" y="138770"/>
                  <a:pt x="82342" y="142092"/>
                  <a:pt x="85335" y="143902"/>
                </a:cubicBezTo>
                <a:cubicBezTo>
                  <a:pt x="88328" y="145713"/>
                  <a:pt x="92079" y="145713"/>
                  <a:pt x="95072" y="143902"/>
                </a:cubicBezTo>
                <a:cubicBezTo>
                  <a:pt x="98065" y="142092"/>
                  <a:pt x="99806" y="138770"/>
                  <a:pt x="99592" y="135279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27323" y="4135393"/>
            <a:ext cx="1713531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事务处理与并发控制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1673" y="4451044"/>
            <a:ext cx="6989404" cy="259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问题：</a:t>
            </a:r>
            <a:r>
              <a:rPr lang="en-US" sz="124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多用户同时分配资源时可能出现数据不一致。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1673" y="4707510"/>
            <a:ext cx="6989404" cy="259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解决：</a:t>
            </a:r>
            <a:r>
              <a:rPr lang="en-US" sz="124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使用@Transactional注解，理解Spring事务传播机制。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6394" y="5189441"/>
            <a:ext cx="7181049" cy="1104777"/>
          </a:xfrm>
          <a:custGeom>
            <a:avLst/>
            <a:gdLst/>
            <a:ahLst/>
            <a:cxnLst/>
            <a:rect l="l" t="t" r="r" b="b"/>
            <a:pathLst>
              <a:path w="7181049" h="1104777">
                <a:moveTo>
                  <a:pt x="90183" y="0"/>
                </a:moveTo>
                <a:lnTo>
                  <a:pt x="7090866" y="0"/>
                </a:lnTo>
                <a:cubicBezTo>
                  <a:pt x="7140672" y="0"/>
                  <a:pt x="7181049" y="40376"/>
                  <a:pt x="7181049" y="90183"/>
                </a:cubicBezTo>
                <a:lnTo>
                  <a:pt x="7181049" y="1014594"/>
                </a:lnTo>
                <a:cubicBezTo>
                  <a:pt x="7181049" y="1064400"/>
                  <a:pt x="7140672" y="1104777"/>
                  <a:pt x="7090866" y="1104777"/>
                </a:cubicBezTo>
                <a:lnTo>
                  <a:pt x="90183" y="1104777"/>
                </a:lnTo>
                <a:cubicBezTo>
                  <a:pt x="40376" y="1104777"/>
                  <a:pt x="0" y="1064400"/>
                  <a:pt x="0" y="1014594"/>
                </a:cubicBezTo>
                <a:lnTo>
                  <a:pt x="0" y="90183"/>
                </a:lnTo>
                <a:cubicBezTo>
                  <a:pt x="0" y="40410"/>
                  <a:pt x="40410" y="0"/>
                  <a:pt x="9018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34219" y="5369812"/>
            <a:ext cx="180372" cy="180372"/>
          </a:xfrm>
          <a:custGeom>
            <a:avLst/>
            <a:gdLst/>
            <a:ahLst/>
            <a:cxnLst/>
            <a:rect l="l" t="t" r="r" b="b"/>
            <a:pathLst>
              <a:path w="180372" h="180372">
                <a:moveTo>
                  <a:pt x="90186" y="0"/>
                </a:moveTo>
                <a:cubicBezTo>
                  <a:pt x="95364" y="0"/>
                  <a:pt x="100120" y="2854"/>
                  <a:pt x="102586" y="7398"/>
                </a:cubicBezTo>
                <a:lnTo>
                  <a:pt x="178681" y="148313"/>
                </a:lnTo>
                <a:cubicBezTo>
                  <a:pt x="181041" y="152682"/>
                  <a:pt x="180935" y="157966"/>
                  <a:pt x="178399" y="162229"/>
                </a:cubicBezTo>
                <a:cubicBezTo>
                  <a:pt x="175862" y="166492"/>
                  <a:pt x="171247" y="169098"/>
                  <a:pt x="166280" y="169098"/>
                </a:cubicBezTo>
                <a:lnTo>
                  <a:pt x="14092" y="169098"/>
                </a:lnTo>
                <a:cubicBezTo>
                  <a:pt x="9124" y="169098"/>
                  <a:pt x="4545" y="166492"/>
                  <a:pt x="1973" y="162229"/>
                </a:cubicBezTo>
                <a:cubicBezTo>
                  <a:pt x="-599" y="157966"/>
                  <a:pt x="-669" y="152682"/>
                  <a:pt x="1691" y="148313"/>
                </a:cubicBezTo>
                <a:lnTo>
                  <a:pt x="77785" y="7398"/>
                </a:lnTo>
                <a:cubicBezTo>
                  <a:pt x="80251" y="2854"/>
                  <a:pt x="85007" y="0"/>
                  <a:pt x="90186" y="0"/>
                </a:cubicBezTo>
                <a:close/>
                <a:moveTo>
                  <a:pt x="90186" y="59184"/>
                </a:moveTo>
                <a:cubicBezTo>
                  <a:pt x="85500" y="59184"/>
                  <a:pt x="81731" y="62954"/>
                  <a:pt x="81731" y="67639"/>
                </a:cubicBezTo>
                <a:lnTo>
                  <a:pt x="81731" y="107096"/>
                </a:lnTo>
                <a:cubicBezTo>
                  <a:pt x="81731" y="111781"/>
                  <a:pt x="85500" y="115551"/>
                  <a:pt x="90186" y="115551"/>
                </a:cubicBezTo>
                <a:cubicBezTo>
                  <a:pt x="94871" y="115551"/>
                  <a:pt x="98641" y="111781"/>
                  <a:pt x="98641" y="107096"/>
                </a:cubicBezTo>
                <a:lnTo>
                  <a:pt x="98641" y="67639"/>
                </a:lnTo>
                <a:cubicBezTo>
                  <a:pt x="98641" y="62954"/>
                  <a:pt x="94871" y="59184"/>
                  <a:pt x="90186" y="59184"/>
                </a:cubicBezTo>
                <a:close/>
                <a:moveTo>
                  <a:pt x="99592" y="135279"/>
                </a:moveTo>
                <a:cubicBezTo>
                  <a:pt x="99806" y="131787"/>
                  <a:pt x="98065" y="128466"/>
                  <a:pt x="95072" y="126655"/>
                </a:cubicBezTo>
                <a:cubicBezTo>
                  <a:pt x="92079" y="124845"/>
                  <a:pt x="88328" y="124845"/>
                  <a:pt x="85335" y="126655"/>
                </a:cubicBezTo>
                <a:cubicBezTo>
                  <a:pt x="82342" y="128466"/>
                  <a:pt x="80601" y="131787"/>
                  <a:pt x="80815" y="135279"/>
                </a:cubicBezTo>
                <a:cubicBezTo>
                  <a:pt x="80601" y="138770"/>
                  <a:pt x="82342" y="142092"/>
                  <a:pt x="85335" y="143902"/>
                </a:cubicBezTo>
                <a:cubicBezTo>
                  <a:pt x="88328" y="145713"/>
                  <a:pt x="92079" y="145713"/>
                  <a:pt x="95072" y="143902"/>
                </a:cubicBezTo>
                <a:cubicBezTo>
                  <a:pt x="98065" y="142092"/>
                  <a:pt x="99806" y="138770"/>
                  <a:pt x="99592" y="135279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27323" y="5324719"/>
            <a:ext cx="1713531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前后端联调接口对接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1673" y="5640370"/>
            <a:ext cx="6989404" cy="259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问题：</a:t>
            </a:r>
            <a:r>
              <a:rPr lang="en-US" sz="124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跨域问题、数据格式不一致、接口文档滞后。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1673" y="5896836"/>
            <a:ext cx="6989404" cy="259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解决：</a:t>
            </a:r>
            <a:r>
              <a:rPr lang="en-US" sz="124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配置CORS、统一响应格式、实时更新文档。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39441" y="2044209"/>
            <a:ext cx="7564338" cy="4430380"/>
          </a:xfrm>
          <a:custGeom>
            <a:avLst/>
            <a:gdLst/>
            <a:ahLst/>
            <a:cxnLst/>
            <a:rect l="l" t="t" r="r" b="b"/>
            <a:pathLst>
              <a:path w="7564338" h="4430380">
                <a:moveTo>
                  <a:pt x="45093" y="0"/>
                </a:moveTo>
                <a:lnTo>
                  <a:pt x="7474136" y="0"/>
                </a:lnTo>
                <a:cubicBezTo>
                  <a:pt x="7523953" y="0"/>
                  <a:pt x="7564338" y="40385"/>
                  <a:pt x="7564338" y="90203"/>
                </a:cubicBezTo>
                <a:lnTo>
                  <a:pt x="7564338" y="4340177"/>
                </a:lnTo>
                <a:cubicBezTo>
                  <a:pt x="7564338" y="4389995"/>
                  <a:pt x="7523953" y="4430380"/>
                  <a:pt x="7474136" y="4430380"/>
                </a:cubicBezTo>
                <a:lnTo>
                  <a:pt x="45093" y="4430380"/>
                </a:lnTo>
                <a:cubicBezTo>
                  <a:pt x="20189" y="4430380"/>
                  <a:pt x="0" y="4410191"/>
                  <a:pt x="0" y="4385287"/>
                </a:cubicBezTo>
                <a:lnTo>
                  <a:pt x="0" y="45093"/>
                </a:lnTo>
                <a:cubicBezTo>
                  <a:pt x="0" y="20189"/>
                  <a:pt x="20189" y="0"/>
                  <a:pt x="4509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239441" y="2044209"/>
            <a:ext cx="45093" cy="4430380"/>
          </a:xfrm>
          <a:custGeom>
            <a:avLst/>
            <a:gdLst/>
            <a:ahLst/>
            <a:cxnLst/>
            <a:rect l="l" t="t" r="r" b="b"/>
            <a:pathLst>
              <a:path w="45093" h="4430380">
                <a:moveTo>
                  <a:pt x="45093" y="0"/>
                </a:moveTo>
                <a:lnTo>
                  <a:pt x="45093" y="0"/>
                </a:lnTo>
                <a:lnTo>
                  <a:pt x="45093" y="4430380"/>
                </a:lnTo>
                <a:lnTo>
                  <a:pt x="45093" y="4430380"/>
                </a:lnTo>
                <a:cubicBezTo>
                  <a:pt x="20189" y="4430380"/>
                  <a:pt x="0" y="4410191"/>
                  <a:pt x="0" y="4385287"/>
                </a:cubicBezTo>
                <a:lnTo>
                  <a:pt x="0" y="45093"/>
                </a:lnTo>
                <a:cubicBezTo>
                  <a:pt x="0" y="20189"/>
                  <a:pt x="20189" y="0"/>
                  <a:pt x="4509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442359" y="2224581"/>
            <a:ext cx="450929" cy="450929"/>
          </a:xfrm>
          <a:custGeom>
            <a:avLst/>
            <a:gdLst/>
            <a:ahLst/>
            <a:cxnLst/>
            <a:rect l="l" t="t" r="r" b="b"/>
            <a:pathLst>
              <a:path w="450929" h="450929">
                <a:moveTo>
                  <a:pt x="90186" y="0"/>
                </a:moveTo>
                <a:lnTo>
                  <a:pt x="360743" y="0"/>
                </a:lnTo>
                <a:cubicBezTo>
                  <a:pt x="410518" y="0"/>
                  <a:pt x="450929" y="40411"/>
                  <a:pt x="450929" y="90186"/>
                </a:cubicBezTo>
                <a:lnTo>
                  <a:pt x="450929" y="360743"/>
                </a:lnTo>
                <a:cubicBezTo>
                  <a:pt x="450929" y="410552"/>
                  <a:pt x="410552" y="450929"/>
                  <a:pt x="360743" y="450929"/>
                </a:cubicBezTo>
                <a:lnTo>
                  <a:pt x="90186" y="450929"/>
                </a:lnTo>
                <a:cubicBezTo>
                  <a:pt x="40411" y="450929"/>
                  <a:pt x="0" y="410518"/>
                  <a:pt x="0" y="360743"/>
                </a:cubicBezTo>
                <a:lnTo>
                  <a:pt x="0" y="90186"/>
                </a:lnTo>
                <a:cubicBezTo>
                  <a:pt x="0" y="40411"/>
                  <a:pt x="40411" y="0"/>
                  <a:pt x="9018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555091" y="2337313"/>
            <a:ext cx="225465" cy="225465"/>
          </a:xfrm>
          <a:custGeom>
            <a:avLst/>
            <a:gdLst/>
            <a:ahLst/>
            <a:cxnLst/>
            <a:rect l="l" t="t" r="r" b="b"/>
            <a:pathLst>
              <a:path w="225465" h="225465">
                <a:moveTo>
                  <a:pt x="112732" y="0"/>
                </a:moveTo>
                <a:cubicBezTo>
                  <a:pt x="174951" y="0"/>
                  <a:pt x="225465" y="50514"/>
                  <a:pt x="225465" y="112732"/>
                </a:cubicBezTo>
                <a:cubicBezTo>
                  <a:pt x="225465" y="174951"/>
                  <a:pt x="174951" y="225465"/>
                  <a:pt x="112732" y="225465"/>
                </a:cubicBezTo>
                <a:cubicBezTo>
                  <a:pt x="50514" y="225465"/>
                  <a:pt x="0" y="174951"/>
                  <a:pt x="0" y="112732"/>
                </a:cubicBezTo>
                <a:cubicBezTo>
                  <a:pt x="0" y="50514"/>
                  <a:pt x="50514" y="0"/>
                  <a:pt x="112732" y="0"/>
                </a:cubicBezTo>
                <a:close/>
                <a:moveTo>
                  <a:pt x="102164" y="52843"/>
                </a:moveTo>
                <a:lnTo>
                  <a:pt x="102164" y="112732"/>
                </a:lnTo>
                <a:cubicBezTo>
                  <a:pt x="102164" y="116255"/>
                  <a:pt x="103925" y="119558"/>
                  <a:pt x="106876" y="121540"/>
                </a:cubicBezTo>
                <a:lnTo>
                  <a:pt x="149150" y="149723"/>
                </a:lnTo>
                <a:cubicBezTo>
                  <a:pt x="153994" y="152981"/>
                  <a:pt x="160555" y="151660"/>
                  <a:pt x="163814" y="146772"/>
                </a:cubicBezTo>
                <a:cubicBezTo>
                  <a:pt x="167073" y="141884"/>
                  <a:pt x="165752" y="135367"/>
                  <a:pt x="160864" y="132108"/>
                </a:cubicBezTo>
                <a:lnTo>
                  <a:pt x="123301" y="107096"/>
                </a:lnTo>
                <a:lnTo>
                  <a:pt x="123301" y="52843"/>
                </a:lnTo>
                <a:cubicBezTo>
                  <a:pt x="123301" y="46986"/>
                  <a:pt x="118589" y="42275"/>
                  <a:pt x="112732" y="42275"/>
                </a:cubicBezTo>
                <a:cubicBezTo>
                  <a:pt x="106876" y="42275"/>
                  <a:pt x="102164" y="46986"/>
                  <a:pt x="102164" y="52843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028567" y="2292220"/>
            <a:ext cx="1465520" cy="315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项目管理挑战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42359" y="2810789"/>
            <a:ext cx="7181049" cy="1104777"/>
          </a:xfrm>
          <a:custGeom>
            <a:avLst/>
            <a:gdLst/>
            <a:ahLst/>
            <a:cxnLst/>
            <a:rect l="l" t="t" r="r" b="b"/>
            <a:pathLst>
              <a:path w="7181049" h="1104777">
                <a:moveTo>
                  <a:pt x="90183" y="0"/>
                </a:moveTo>
                <a:lnTo>
                  <a:pt x="7090866" y="0"/>
                </a:lnTo>
                <a:cubicBezTo>
                  <a:pt x="7140672" y="0"/>
                  <a:pt x="7181049" y="40376"/>
                  <a:pt x="7181049" y="90183"/>
                </a:cubicBezTo>
                <a:lnTo>
                  <a:pt x="7181049" y="1014594"/>
                </a:lnTo>
                <a:cubicBezTo>
                  <a:pt x="7181049" y="1064400"/>
                  <a:pt x="7140672" y="1104777"/>
                  <a:pt x="7090866" y="1104777"/>
                </a:cubicBezTo>
                <a:lnTo>
                  <a:pt x="90183" y="1104777"/>
                </a:lnTo>
                <a:cubicBezTo>
                  <a:pt x="40376" y="1104777"/>
                  <a:pt x="0" y="1064400"/>
                  <a:pt x="0" y="1014594"/>
                </a:cubicBezTo>
                <a:lnTo>
                  <a:pt x="0" y="90183"/>
                </a:lnTo>
                <a:cubicBezTo>
                  <a:pt x="0" y="40410"/>
                  <a:pt x="40410" y="0"/>
                  <a:pt x="9018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600184" y="2991160"/>
            <a:ext cx="180372" cy="180372"/>
          </a:xfrm>
          <a:custGeom>
            <a:avLst/>
            <a:gdLst/>
            <a:ahLst/>
            <a:cxnLst/>
            <a:rect l="l" t="t" r="r" b="b"/>
            <a:pathLst>
              <a:path w="180372" h="180372">
                <a:moveTo>
                  <a:pt x="90186" y="0"/>
                </a:moveTo>
                <a:cubicBezTo>
                  <a:pt x="95364" y="0"/>
                  <a:pt x="100120" y="2854"/>
                  <a:pt x="102586" y="7398"/>
                </a:cubicBezTo>
                <a:lnTo>
                  <a:pt x="178681" y="148313"/>
                </a:lnTo>
                <a:cubicBezTo>
                  <a:pt x="181041" y="152682"/>
                  <a:pt x="180935" y="157966"/>
                  <a:pt x="178399" y="162229"/>
                </a:cubicBezTo>
                <a:cubicBezTo>
                  <a:pt x="175862" y="166492"/>
                  <a:pt x="171247" y="169098"/>
                  <a:pt x="166280" y="169098"/>
                </a:cubicBezTo>
                <a:lnTo>
                  <a:pt x="14092" y="169098"/>
                </a:lnTo>
                <a:cubicBezTo>
                  <a:pt x="9124" y="169098"/>
                  <a:pt x="4545" y="166492"/>
                  <a:pt x="1973" y="162229"/>
                </a:cubicBezTo>
                <a:cubicBezTo>
                  <a:pt x="-599" y="157966"/>
                  <a:pt x="-669" y="152682"/>
                  <a:pt x="1691" y="148313"/>
                </a:cubicBezTo>
                <a:lnTo>
                  <a:pt x="77785" y="7398"/>
                </a:lnTo>
                <a:cubicBezTo>
                  <a:pt x="80251" y="2854"/>
                  <a:pt x="85007" y="0"/>
                  <a:pt x="90186" y="0"/>
                </a:cubicBezTo>
                <a:close/>
                <a:moveTo>
                  <a:pt x="90186" y="59184"/>
                </a:moveTo>
                <a:cubicBezTo>
                  <a:pt x="85500" y="59184"/>
                  <a:pt x="81731" y="62954"/>
                  <a:pt x="81731" y="67639"/>
                </a:cubicBezTo>
                <a:lnTo>
                  <a:pt x="81731" y="107096"/>
                </a:lnTo>
                <a:cubicBezTo>
                  <a:pt x="81731" y="111781"/>
                  <a:pt x="85500" y="115551"/>
                  <a:pt x="90186" y="115551"/>
                </a:cubicBezTo>
                <a:cubicBezTo>
                  <a:pt x="94871" y="115551"/>
                  <a:pt x="98641" y="111781"/>
                  <a:pt x="98641" y="107096"/>
                </a:cubicBezTo>
                <a:lnTo>
                  <a:pt x="98641" y="67639"/>
                </a:lnTo>
                <a:cubicBezTo>
                  <a:pt x="98641" y="62954"/>
                  <a:pt x="94871" y="59184"/>
                  <a:pt x="90186" y="59184"/>
                </a:cubicBezTo>
                <a:close/>
                <a:moveTo>
                  <a:pt x="99592" y="135279"/>
                </a:moveTo>
                <a:cubicBezTo>
                  <a:pt x="99806" y="131787"/>
                  <a:pt x="98065" y="128466"/>
                  <a:pt x="95072" y="126655"/>
                </a:cubicBezTo>
                <a:cubicBezTo>
                  <a:pt x="92079" y="124845"/>
                  <a:pt x="88328" y="124845"/>
                  <a:pt x="85335" y="126655"/>
                </a:cubicBezTo>
                <a:cubicBezTo>
                  <a:pt x="82342" y="128466"/>
                  <a:pt x="80601" y="131787"/>
                  <a:pt x="80815" y="135279"/>
                </a:cubicBezTo>
                <a:cubicBezTo>
                  <a:pt x="80601" y="138770"/>
                  <a:pt x="82342" y="142092"/>
                  <a:pt x="85335" y="143902"/>
                </a:cubicBezTo>
                <a:cubicBezTo>
                  <a:pt x="88328" y="145713"/>
                  <a:pt x="92079" y="145713"/>
                  <a:pt x="95072" y="143902"/>
                </a:cubicBezTo>
                <a:cubicBezTo>
                  <a:pt x="98065" y="142092"/>
                  <a:pt x="99806" y="138770"/>
                  <a:pt x="99592" y="135279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893288" y="2946068"/>
            <a:ext cx="1713531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时间管理与进度控制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77638" y="3261718"/>
            <a:ext cx="6989404" cy="259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问题：</a:t>
            </a:r>
            <a:r>
              <a:rPr lang="en-US" sz="124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在有限时间内完成多个模块的开发，进度压力大。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77638" y="3518184"/>
            <a:ext cx="6989404" cy="259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解决：</a:t>
            </a:r>
            <a:r>
              <a:rPr lang="en-US" sz="124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采用敏捷开发方法，制定详细计划，使用番茄工作法。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42359" y="4000115"/>
            <a:ext cx="7181049" cy="1104777"/>
          </a:xfrm>
          <a:custGeom>
            <a:avLst/>
            <a:gdLst/>
            <a:ahLst/>
            <a:cxnLst/>
            <a:rect l="l" t="t" r="r" b="b"/>
            <a:pathLst>
              <a:path w="7181049" h="1104777">
                <a:moveTo>
                  <a:pt x="90183" y="0"/>
                </a:moveTo>
                <a:lnTo>
                  <a:pt x="7090866" y="0"/>
                </a:lnTo>
                <a:cubicBezTo>
                  <a:pt x="7140672" y="0"/>
                  <a:pt x="7181049" y="40376"/>
                  <a:pt x="7181049" y="90183"/>
                </a:cubicBezTo>
                <a:lnTo>
                  <a:pt x="7181049" y="1014594"/>
                </a:lnTo>
                <a:cubicBezTo>
                  <a:pt x="7181049" y="1064400"/>
                  <a:pt x="7140672" y="1104777"/>
                  <a:pt x="7090866" y="1104777"/>
                </a:cubicBezTo>
                <a:lnTo>
                  <a:pt x="90183" y="1104777"/>
                </a:lnTo>
                <a:cubicBezTo>
                  <a:pt x="40376" y="1104777"/>
                  <a:pt x="0" y="1064400"/>
                  <a:pt x="0" y="1014594"/>
                </a:cubicBezTo>
                <a:lnTo>
                  <a:pt x="0" y="90183"/>
                </a:lnTo>
                <a:cubicBezTo>
                  <a:pt x="0" y="40410"/>
                  <a:pt x="40410" y="0"/>
                  <a:pt x="9018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600184" y="4180486"/>
            <a:ext cx="180372" cy="180372"/>
          </a:xfrm>
          <a:custGeom>
            <a:avLst/>
            <a:gdLst/>
            <a:ahLst/>
            <a:cxnLst/>
            <a:rect l="l" t="t" r="r" b="b"/>
            <a:pathLst>
              <a:path w="180372" h="180372">
                <a:moveTo>
                  <a:pt x="90186" y="0"/>
                </a:moveTo>
                <a:cubicBezTo>
                  <a:pt x="95364" y="0"/>
                  <a:pt x="100120" y="2854"/>
                  <a:pt x="102586" y="7398"/>
                </a:cubicBezTo>
                <a:lnTo>
                  <a:pt x="178681" y="148313"/>
                </a:lnTo>
                <a:cubicBezTo>
                  <a:pt x="181041" y="152682"/>
                  <a:pt x="180935" y="157966"/>
                  <a:pt x="178399" y="162229"/>
                </a:cubicBezTo>
                <a:cubicBezTo>
                  <a:pt x="175862" y="166492"/>
                  <a:pt x="171247" y="169098"/>
                  <a:pt x="166280" y="169098"/>
                </a:cubicBezTo>
                <a:lnTo>
                  <a:pt x="14092" y="169098"/>
                </a:lnTo>
                <a:cubicBezTo>
                  <a:pt x="9124" y="169098"/>
                  <a:pt x="4545" y="166492"/>
                  <a:pt x="1973" y="162229"/>
                </a:cubicBezTo>
                <a:cubicBezTo>
                  <a:pt x="-599" y="157966"/>
                  <a:pt x="-669" y="152682"/>
                  <a:pt x="1691" y="148313"/>
                </a:cubicBezTo>
                <a:lnTo>
                  <a:pt x="77785" y="7398"/>
                </a:lnTo>
                <a:cubicBezTo>
                  <a:pt x="80251" y="2854"/>
                  <a:pt x="85007" y="0"/>
                  <a:pt x="90186" y="0"/>
                </a:cubicBezTo>
                <a:close/>
                <a:moveTo>
                  <a:pt x="90186" y="59184"/>
                </a:moveTo>
                <a:cubicBezTo>
                  <a:pt x="85500" y="59184"/>
                  <a:pt x="81731" y="62954"/>
                  <a:pt x="81731" y="67639"/>
                </a:cubicBezTo>
                <a:lnTo>
                  <a:pt x="81731" y="107096"/>
                </a:lnTo>
                <a:cubicBezTo>
                  <a:pt x="81731" y="111781"/>
                  <a:pt x="85500" y="115551"/>
                  <a:pt x="90186" y="115551"/>
                </a:cubicBezTo>
                <a:cubicBezTo>
                  <a:pt x="94871" y="115551"/>
                  <a:pt x="98641" y="111781"/>
                  <a:pt x="98641" y="107096"/>
                </a:cubicBezTo>
                <a:lnTo>
                  <a:pt x="98641" y="67639"/>
                </a:lnTo>
                <a:cubicBezTo>
                  <a:pt x="98641" y="62954"/>
                  <a:pt x="94871" y="59184"/>
                  <a:pt x="90186" y="59184"/>
                </a:cubicBezTo>
                <a:close/>
                <a:moveTo>
                  <a:pt x="99592" y="135279"/>
                </a:moveTo>
                <a:cubicBezTo>
                  <a:pt x="99806" y="131787"/>
                  <a:pt x="98065" y="128466"/>
                  <a:pt x="95072" y="126655"/>
                </a:cubicBezTo>
                <a:cubicBezTo>
                  <a:pt x="92079" y="124845"/>
                  <a:pt x="88328" y="124845"/>
                  <a:pt x="85335" y="126655"/>
                </a:cubicBezTo>
                <a:cubicBezTo>
                  <a:pt x="82342" y="128466"/>
                  <a:pt x="80601" y="131787"/>
                  <a:pt x="80815" y="135279"/>
                </a:cubicBezTo>
                <a:cubicBezTo>
                  <a:pt x="80601" y="138770"/>
                  <a:pt x="82342" y="142092"/>
                  <a:pt x="85335" y="143902"/>
                </a:cubicBezTo>
                <a:cubicBezTo>
                  <a:pt x="88328" y="145713"/>
                  <a:pt x="92079" y="145713"/>
                  <a:pt x="95072" y="143902"/>
                </a:cubicBezTo>
                <a:cubicBezTo>
                  <a:pt x="98065" y="142092"/>
                  <a:pt x="99806" y="138770"/>
                  <a:pt x="99592" y="135279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893288" y="4135393"/>
            <a:ext cx="1352788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需求理解与沟通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77638" y="4451044"/>
            <a:ext cx="6989404" cy="259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问题：</a:t>
            </a:r>
            <a:r>
              <a:rPr lang="en-US" sz="124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初期对业务逻辑理解不够深入，导致部分设计需要重构。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77638" y="4707510"/>
            <a:ext cx="6989404" cy="259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解决：</a:t>
            </a:r>
            <a:r>
              <a:rPr lang="en-US" sz="124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主动与导师沟通，绘制流程图和ER图，编写详细设计文档。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42359" y="5189441"/>
            <a:ext cx="7181049" cy="1104777"/>
          </a:xfrm>
          <a:custGeom>
            <a:avLst/>
            <a:gdLst/>
            <a:ahLst/>
            <a:cxnLst/>
            <a:rect l="l" t="t" r="r" b="b"/>
            <a:pathLst>
              <a:path w="7181049" h="1104777">
                <a:moveTo>
                  <a:pt x="90183" y="0"/>
                </a:moveTo>
                <a:lnTo>
                  <a:pt x="7090866" y="0"/>
                </a:lnTo>
                <a:cubicBezTo>
                  <a:pt x="7140672" y="0"/>
                  <a:pt x="7181049" y="40376"/>
                  <a:pt x="7181049" y="90183"/>
                </a:cubicBezTo>
                <a:lnTo>
                  <a:pt x="7181049" y="1014594"/>
                </a:lnTo>
                <a:cubicBezTo>
                  <a:pt x="7181049" y="1064400"/>
                  <a:pt x="7140672" y="1104777"/>
                  <a:pt x="7090866" y="1104777"/>
                </a:cubicBezTo>
                <a:lnTo>
                  <a:pt x="90183" y="1104777"/>
                </a:lnTo>
                <a:cubicBezTo>
                  <a:pt x="40376" y="1104777"/>
                  <a:pt x="0" y="1064400"/>
                  <a:pt x="0" y="1014594"/>
                </a:cubicBezTo>
                <a:lnTo>
                  <a:pt x="0" y="90183"/>
                </a:lnTo>
                <a:cubicBezTo>
                  <a:pt x="0" y="40410"/>
                  <a:pt x="40410" y="0"/>
                  <a:pt x="90183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600184" y="5369812"/>
            <a:ext cx="180372" cy="180372"/>
          </a:xfrm>
          <a:custGeom>
            <a:avLst/>
            <a:gdLst/>
            <a:ahLst/>
            <a:cxnLst/>
            <a:rect l="l" t="t" r="r" b="b"/>
            <a:pathLst>
              <a:path w="180372" h="180372">
                <a:moveTo>
                  <a:pt x="90186" y="0"/>
                </a:moveTo>
                <a:cubicBezTo>
                  <a:pt x="95364" y="0"/>
                  <a:pt x="100120" y="2854"/>
                  <a:pt x="102586" y="7398"/>
                </a:cubicBezTo>
                <a:lnTo>
                  <a:pt x="178681" y="148313"/>
                </a:lnTo>
                <a:cubicBezTo>
                  <a:pt x="181041" y="152682"/>
                  <a:pt x="180935" y="157966"/>
                  <a:pt x="178399" y="162229"/>
                </a:cubicBezTo>
                <a:cubicBezTo>
                  <a:pt x="175862" y="166492"/>
                  <a:pt x="171247" y="169098"/>
                  <a:pt x="166280" y="169098"/>
                </a:cubicBezTo>
                <a:lnTo>
                  <a:pt x="14092" y="169098"/>
                </a:lnTo>
                <a:cubicBezTo>
                  <a:pt x="9124" y="169098"/>
                  <a:pt x="4545" y="166492"/>
                  <a:pt x="1973" y="162229"/>
                </a:cubicBezTo>
                <a:cubicBezTo>
                  <a:pt x="-599" y="157966"/>
                  <a:pt x="-669" y="152682"/>
                  <a:pt x="1691" y="148313"/>
                </a:cubicBezTo>
                <a:lnTo>
                  <a:pt x="77785" y="7398"/>
                </a:lnTo>
                <a:cubicBezTo>
                  <a:pt x="80251" y="2854"/>
                  <a:pt x="85007" y="0"/>
                  <a:pt x="90186" y="0"/>
                </a:cubicBezTo>
                <a:close/>
                <a:moveTo>
                  <a:pt x="90186" y="59184"/>
                </a:moveTo>
                <a:cubicBezTo>
                  <a:pt x="85500" y="59184"/>
                  <a:pt x="81731" y="62954"/>
                  <a:pt x="81731" y="67639"/>
                </a:cubicBezTo>
                <a:lnTo>
                  <a:pt x="81731" y="107096"/>
                </a:lnTo>
                <a:cubicBezTo>
                  <a:pt x="81731" y="111781"/>
                  <a:pt x="85500" y="115551"/>
                  <a:pt x="90186" y="115551"/>
                </a:cubicBezTo>
                <a:cubicBezTo>
                  <a:pt x="94871" y="115551"/>
                  <a:pt x="98641" y="111781"/>
                  <a:pt x="98641" y="107096"/>
                </a:cubicBezTo>
                <a:lnTo>
                  <a:pt x="98641" y="67639"/>
                </a:lnTo>
                <a:cubicBezTo>
                  <a:pt x="98641" y="62954"/>
                  <a:pt x="94871" y="59184"/>
                  <a:pt x="90186" y="59184"/>
                </a:cubicBezTo>
                <a:close/>
                <a:moveTo>
                  <a:pt x="99592" y="135279"/>
                </a:moveTo>
                <a:cubicBezTo>
                  <a:pt x="99806" y="131787"/>
                  <a:pt x="98065" y="128466"/>
                  <a:pt x="95072" y="126655"/>
                </a:cubicBezTo>
                <a:cubicBezTo>
                  <a:pt x="92079" y="124845"/>
                  <a:pt x="88328" y="124845"/>
                  <a:pt x="85335" y="126655"/>
                </a:cubicBezTo>
                <a:cubicBezTo>
                  <a:pt x="82342" y="128466"/>
                  <a:pt x="80601" y="131787"/>
                  <a:pt x="80815" y="135279"/>
                </a:cubicBezTo>
                <a:cubicBezTo>
                  <a:pt x="80601" y="138770"/>
                  <a:pt x="82342" y="142092"/>
                  <a:pt x="85335" y="143902"/>
                </a:cubicBezTo>
                <a:cubicBezTo>
                  <a:pt x="88328" y="145713"/>
                  <a:pt x="92079" y="145713"/>
                  <a:pt x="95072" y="143902"/>
                </a:cubicBezTo>
                <a:cubicBezTo>
                  <a:pt x="98065" y="142092"/>
                  <a:pt x="99806" y="138770"/>
                  <a:pt x="99592" y="135279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893288" y="5324719"/>
            <a:ext cx="1172416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技术经验不足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77638" y="5640370"/>
            <a:ext cx="6989404" cy="259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问题：</a:t>
            </a:r>
            <a:r>
              <a:rPr lang="en-US" sz="124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对某些框架和工具不够熟练，需要查阅大量文档。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77638" y="5896836"/>
            <a:ext cx="6989404" cy="259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解决：</a:t>
            </a:r>
            <a:r>
              <a:rPr lang="en-US" sz="124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建立知识库，记录问题与解决方案，阅读官方文档。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50929" y="6604231"/>
            <a:ext cx="15354141" cy="1488067"/>
          </a:xfrm>
          <a:custGeom>
            <a:avLst/>
            <a:gdLst/>
            <a:ahLst/>
            <a:cxnLst/>
            <a:rect l="l" t="t" r="r" b="b"/>
            <a:pathLst>
              <a:path w="15354141" h="1488067">
                <a:moveTo>
                  <a:pt x="90192" y="0"/>
                </a:moveTo>
                <a:lnTo>
                  <a:pt x="15263950" y="0"/>
                </a:lnTo>
                <a:cubicBezTo>
                  <a:pt x="15313761" y="0"/>
                  <a:pt x="15354141" y="40380"/>
                  <a:pt x="15354141" y="90192"/>
                </a:cubicBezTo>
                <a:lnTo>
                  <a:pt x="15354141" y="1397875"/>
                </a:lnTo>
                <a:cubicBezTo>
                  <a:pt x="15354141" y="1447686"/>
                  <a:pt x="15313761" y="1488067"/>
                  <a:pt x="15263950" y="1488067"/>
                </a:cubicBezTo>
                <a:lnTo>
                  <a:pt x="90192" y="1488067"/>
                </a:lnTo>
                <a:cubicBezTo>
                  <a:pt x="40380" y="1488067"/>
                  <a:pt x="0" y="1447686"/>
                  <a:pt x="0" y="1397875"/>
                </a:cubicBezTo>
                <a:lnTo>
                  <a:pt x="0" y="90192"/>
                </a:lnTo>
                <a:cubicBezTo>
                  <a:pt x="0" y="40380"/>
                  <a:pt x="40380" y="0"/>
                  <a:pt x="9019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14391" y="6784603"/>
            <a:ext cx="225465" cy="225465"/>
          </a:xfrm>
          <a:custGeom>
            <a:avLst/>
            <a:gdLst/>
            <a:ahLst/>
            <a:cxnLst/>
            <a:rect l="l" t="t" r="r" b="b"/>
            <a:pathLst>
              <a:path w="225465" h="225465">
                <a:moveTo>
                  <a:pt x="28183" y="28183"/>
                </a:moveTo>
                <a:cubicBezTo>
                  <a:pt x="28183" y="20389"/>
                  <a:pt x="21886" y="14092"/>
                  <a:pt x="14092" y="14092"/>
                </a:cubicBezTo>
                <a:cubicBezTo>
                  <a:pt x="6297" y="14092"/>
                  <a:pt x="0" y="20389"/>
                  <a:pt x="0" y="28183"/>
                </a:cubicBezTo>
                <a:lnTo>
                  <a:pt x="0" y="176144"/>
                </a:lnTo>
                <a:cubicBezTo>
                  <a:pt x="0" y="195608"/>
                  <a:pt x="15765" y="211373"/>
                  <a:pt x="35229" y="211373"/>
                </a:cubicBezTo>
                <a:lnTo>
                  <a:pt x="211373" y="211373"/>
                </a:lnTo>
                <a:cubicBezTo>
                  <a:pt x="219167" y="211373"/>
                  <a:pt x="225465" y="205076"/>
                  <a:pt x="225465" y="197282"/>
                </a:cubicBezTo>
                <a:cubicBezTo>
                  <a:pt x="225465" y="189487"/>
                  <a:pt x="219167" y="183190"/>
                  <a:pt x="211373" y="183190"/>
                </a:cubicBezTo>
                <a:lnTo>
                  <a:pt x="35229" y="183190"/>
                </a:lnTo>
                <a:cubicBezTo>
                  <a:pt x="31354" y="183190"/>
                  <a:pt x="28183" y="180019"/>
                  <a:pt x="28183" y="176144"/>
                </a:cubicBezTo>
                <a:lnTo>
                  <a:pt x="28183" y="28183"/>
                </a:lnTo>
                <a:close/>
                <a:moveTo>
                  <a:pt x="207234" y="66318"/>
                </a:moveTo>
                <a:cubicBezTo>
                  <a:pt x="212738" y="60814"/>
                  <a:pt x="212738" y="51874"/>
                  <a:pt x="207234" y="46370"/>
                </a:cubicBezTo>
                <a:cubicBezTo>
                  <a:pt x="201729" y="40865"/>
                  <a:pt x="192790" y="40865"/>
                  <a:pt x="187285" y="46370"/>
                </a:cubicBezTo>
                <a:lnTo>
                  <a:pt x="140915" y="92784"/>
                </a:lnTo>
                <a:lnTo>
                  <a:pt x="115639" y="67551"/>
                </a:lnTo>
                <a:cubicBezTo>
                  <a:pt x="110134" y="62047"/>
                  <a:pt x="101195" y="62047"/>
                  <a:pt x="95690" y="67551"/>
                </a:cubicBezTo>
                <a:lnTo>
                  <a:pt x="53416" y="109826"/>
                </a:lnTo>
                <a:cubicBezTo>
                  <a:pt x="47911" y="115330"/>
                  <a:pt x="47911" y="124270"/>
                  <a:pt x="53416" y="129774"/>
                </a:cubicBezTo>
                <a:cubicBezTo>
                  <a:pt x="58920" y="135279"/>
                  <a:pt x="67860" y="135279"/>
                  <a:pt x="73364" y="129774"/>
                </a:cubicBezTo>
                <a:lnTo>
                  <a:pt x="105687" y="97452"/>
                </a:lnTo>
                <a:lnTo>
                  <a:pt x="130963" y="122729"/>
                </a:lnTo>
                <a:cubicBezTo>
                  <a:pt x="136468" y="128233"/>
                  <a:pt x="145407" y="128233"/>
                  <a:pt x="150912" y="122729"/>
                </a:cubicBezTo>
                <a:lnTo>
                  <a:pt x="207278" y="66362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958225" y="6739510"/>
            <a:ext cx="2141914" cy="315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应对策略与能力提升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86208" y="7145346"/>
            <a:ext cx="3663800" cy="811673"/>
          </a:xfrm>
          <a:custGeom>
            <a:avLst/>
            <a:gdLst/>
            <a:ahLst/>
            <a:cxnLst/>
            <a:rect l="l" t="t" r="r" b="b"/>
            <a:pathLst>
              <a:path w="3663800" h="811673">
                <a:moveTo>
                  <a:pt x="90185" y="0"/>
                </a:moveTo>
                <a:lnTo>
                  <a:pt x="3573615" y="0"/>
                </a:lnTo>
                <a:cubicBezTo>
                  <a:pt x="3623423" y="0"/>
                  <a:pt x="3663800" y="40377"/>
                  <a:pt x="3663800" y="90185"/>
                </a:cubicBezTo>
                <a:lnTo>
                  <a:pt x="3663800" y="721488"/>
                </a:lnTo>
                <a:cubicBezTo>
                  <a:pt x="3663800" y="771295"/>
                  <a:pt x="3623423" y="811673"/>
                  <a:pt x="3573615" y="811673"/>
                </a:cubicBezTo>
                <a:lnTo>
                  <a:pt x="90185" y="811673"/>
                </a:lnTo>
                <a:cubicBezTo>
                  <a:pt x="40377" y="811673"/>
                  <a:pt x="0" y="771295"/>
                  <a:pt x="0" y="721488"/>
                </a:cubicBezTo>
                <a:lnTo>
                  <a:pt x="0" y="90185"/>
                </a:lnTo>
                <a:cubicBezTo>
                  <a:pt x="0" y="40411"/>
                  <a:pt x="40411" y="0"/>
                  <a:pt x="9018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49670" y="7303172"/>
            <a:ext cx="225465" cy="225465"/>
          </a:xfrm>
          <a:custGeom>
            <a:avLst/>
            <a:gdLst/>
            <a:ahLst/>
            <a:cxnLst/>
            <a:rect l="l" t="t" r="r" b="b"/>
            <a:pathLst>
              <a:path w="225465" h="225465">
                <a:moveTo>
                  <a:pt x="112732" y="66935"/>
                </a:moveTo>
                <a:cubicBezTo>
                  <a:pt x="134120" y="66935"/>
                  <a:pt x="151484" y="49571"/>
                  <a:pt x="151484" y="28183"/>
                </a:cubicBezTo>
                <a:cubicBezTo>
                  <a:pt x="151484" y="6795"/>
                  <a:pt x="134120" y="-10569"/>
                  <a:pt x="112732" y="-10569"/>
                </a:cubicBezTo>
                <a:cubicBezTo>
                  <a:pt x="91345" y="-10569"/>
                  <a:pt x="73981" y="6795"/>
                  <a:pt x="73981" y="28183"/>
                </a:cubicBezTo>
                <a:cubicBezTo>
                  <a:pt x="73981" y="49571"/>
                  <a:pt x="91345" y="66935"/>
                  <a:pt x="112732" y="66935"/>
                </a:cubicBezTo>
                <a:close/>
                <a:moveTo>
                  <a:pt x="112732" y="198471"/>
                </a:moveTo>
                <a:lnTo>
                  <a:pt x="112732" y="132725"/>
                </a:lnTo>
                <a:cubicBezTo>
                  <a:pt x="119910" y="129730"/>
                  <a:pt x="127220" y="126692"/>
                  <a:pt x="134618" y="123609"/>
                </a:cubicBezTo>
                <a:cubicBezTo>
                  <a:pt x="151792" y="116475"/>
                  <a:pt x="170199" y="112776"/>
                  <a:pt x="188827" y="112776"/>
                </a:cubicBezTo>
                <a:lnTo>
                  <a:pt x="197282" y="112776"/>
                </a:lnTo>
                <a:lnTo>
                  <a:pt x="197282" y="183234"/>
                </a:lnTo>
                <a:lnTo>
                  <a:pt x="188827" y="183234"/>
                </a:lnTo>
                <a:cubicBezTo>
                  <a:pt x="162801" y="183234"/>
                  <a:pt x="136996" y="188386"/>
                  <a:pt x="112952" y="198426"/>
                </a:cubicBezTo>
                <a:lnTo>
                  <a:pt x="112732" y="198515"/>
                </a:lnTo>
                <a:close/>
                <a:moveTo>
                  <a:pt x="112732" y="102164"/>
                </a:moveTo>
                <a:lnTo>
                  <a:pt x="101679" y="97540"/>
                </a:lnTo>
                <a:cubicBezTo>
                  <a:pt x="81070" y="88953"/>
                  <a:pt x="58964" y="84549"/>
                  <a:pt x="36638" y="84549"/>
                </a:cubicBezTo>
                <a:lnTo>
                  <a:pt x="21137" y="84549"/>
                </a:lnTo>
                <a:cubicBezTo>
                  <a:pt x="9468" y="84549"/>
                  <a:pt x="0" y="94017"/>
                  <a:pt x="0" y="105687"/>
                </a:cubicBezTo>
                <a:lnTo>
                  <a:pt x="0" y="190236"/>
                </a:lnTo>
                <a:cubicBezTo>
                  <a:pt x="0" y="201905"/>
                  <a:pt x="9468" y="211373"/>
                  <a:pt x="21137" y="211373"/>
                </a:cubicBezTo>
                <a:lnTo>
                  <a:pt x="36638" y="211373"/>
                </a:lnTo>
                <a:cubicBezTo>
                  <a:pt x="58964" y="211373"/>
                  <a:pt x="81070" y="215777"/>
                  <a:pt x="101679" y="224364"/>
                </a:cubicBezTo>
                <a:lnTo>
                  <a:pt x="107316" y="226698"/>
                </a:lnTo>
                <a:cubicBezTo>
                  <a:pt x="110795" y="228151"/>
                  <a:pt x="114670" y="228151"/>
                  <a:pt x="118149" y="226698"/>
                </a:cubicBezTo>
                <a:lnTo>
                  <a:pt x="123785" y="224364"/>
                </a:lnTo>
                <a:cubicBezTo>
                  <a:pt x="144394" y="215777"/>
                  <a:pt x="166500" y="211373"/>
                  <a:pt x="188827" y="211373"/>
                </a:cubicBezTo>
                <a:lnTo>
                  <a:pt x="204327" y="211373"/>
                </a:lnTo>
                <a:cubicBezTo>
                  <a:pt x="215997" y="211373"/>
                  <a:pt x="225465" y="201905"/>
                  <a:pt x="225465" y="190236"/>
                </a:cubicBezTo>
                <a:lnTo>
                  <a:pt x="225465" y="105687"/>
                </a:lnTo>
                <a:cubicBezTo>
                  <a:pt x="225465" y="94017"/>
                  <a:pt x="215997" y="84549"/>
                  <a:pt x="204327" y="84549"/>
                </a:cubicBezTo>
                <a:lnTo>
                  <a:pt x="188827" y="84549"/>
                </a:lnTo>
                <a:cubicBezTo>
                  <a:pt x="166500" y="84549"/>
                  <a:pt x="144394" y="88953"/>
                  <a:pt x="123785" y="97540"/>
                </a:cubicBezTo>
                <a:lnTo>
                  <a:pt x="112732" y="102164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093503" y="7280625"/>
            <a:ext cx="811673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主动学习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21487" y="7596276"/>
            <a:ext cx="3472155" cy="22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3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利用业余时间学习新技术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390219" y="7145346"/>
            <a:ext cx="3663800" cy="811673"/>
          </a:xfrm>
          <a:custGeom>
            <a:avLst/>
            <a:gdLst/>
            <a:ahLst/>
            <a:cxnLst/>
            <a:rect l="l" t="t" r="r" b="b"/>
            <a:pathLst>
              <a:path w="3663800" h="811673">
                <a:moveTo>
                  <a:pt x="90185" y="0"/>
                </a:moveTo>
                <a:lnTo>
                  <a:pt x="3573615" y="0"/>
                </a:lnTo>
                <a:cubicBezTo>
                  <a:pt x="3623423" y="0"/>
                  <a:pt x="3663800" y="40377"/>
                  <a:pt x="3663800" y="90185"/>
                </a:cubicBezTo>
                <a:lnTo>
                  <a:pt x="3663800" y="721488"/>
                </a:lnTo>
                <a:cubicBezTo>
                  <a:pt x="3663800" y="771295"/>
                  <a:pt x="3623423" y="811673"/>
                  <a:pt x="3573615" y="811673"/>
                </a:cubicBezTo>
                <a:lnTo>
                  <a:pt x="90185" y="811673"/>
                </a:lnTo>
                <a:cubicBezTo>
                  <a:pt x="40377" y="811673"/>
                  <a:pt x="0" y="771295"/>
                  <a:pt x="0" y="721488"/>
                </a:cubicBezTo>
                <a:lnTo>
                  <a:pt x="0" y="90185"/>
                </a:lnTo>
                <a:cubicBezTo>
                  <a:pt x="0" y="40411"/>
                  <a:pt x="40411" y="0"/>
                  <a:pt x="9018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4525498" y="7303172"/>
            <a:ext cx="281831" cy="225465"/>
          </a:xfrm>
          <a:custGeom>
            <a:avLst/>
            <a:gdLst/>
            <a:ahLst/>
            <a:cxnLst/>
            <a:rect l="l" t="t" r="r" b="b"/>
            <a:pathLst>
              <a:path w="281831" h="225465">
                <a:moveTo>
                  <a:pt x="140915" y="7046"/>
                </a:moveTo>
                <a:cubicBezTo>
                  <a:pt x="166192" y="7046"/>
                  <a:pt x="186713" y="27567"/>
                  <a:pt x="186713" y="52843"/>
                </a:cubicBezTo>
                <a:cubicBezTo>
                  <a:pt x="186713" y="78120"/>
                  <a:pt x="166192" y="98641"/>
                  <a:pt x="140915" y="98641"/>
                </a:cubicBezTo>
                <a:cubicBezTo>
                  <a:pt x="115639" y="98641"/>
                  <a:pt x="95118" y="78120"/>
                  <a:pt x="95118" y="52843"/>
                </a:cubicBezTo>
                <a:cubicBezTo>
                  <a:pt x="95118" y="27567"/>
                  <a:pt x="115639" y="7046"/>
                  <a:pt x="140915" y="7046"/>
                </a:cubicBezTo>
                <a:close/>
                <a:moveTo>
                  <a:pt x="42275" y="38752"/>
                </a:moveTo>
                <a:cubicBezTo>
                  <a:pt x="59774" y="38752"/>
                  <a:pt x="73981" y="52959"/>
                  <a:pt x="73981" y="70458"/>
                </a:cubicBezTo>
                <a:cubicBezTo>
                  <a:pt x="73981" y="87957"/>
                  <a:pt x="59774" y="102164"/>
                  <a:pt x="42275" y="102164"/>
                </a:cubicBezTo>
                <a:cubicBezTo>
                  <a:pt x="24776" y="102164"/>
                  <a:pt x="10569" y="87957"/>
                  <a:pt x="10569" y="70458"/>
                </a:cubicBezTo>
                <a:cubicBezTo>
                  <a:pt x="10569" y="52959"/>
                  <a:pt x="24776" y="38752"/>
                  <a:pt x="42275" y="38752"/>
                </a:cubicBezTo>
                <a:close/>
                <a:moveTo>
                  <a:pt x="0" y="183190"/>
                </a:moveTo>
                <a:cubicBezTo>
                  <a:pt x="0" y="152057"/>
                  <a:pt x="25233" y="126824"/>
                  <a:pt x="56366" y="126824"/>
                </a:cubicBezTo>
                <a:cubicBezTo>
                  <a:pt x="62003" y="126824"/>
                  <a:pt x="67463" y="127661"/>
                  <a:pt x="72615" y="129202"/>
                </a:cubicBezTo>
                <a:cubicBezTo>
                  <a:pt x="58128" y="145407"/>
                  <a:pt x="49320" y="166809"/>
                  <a:pt x="49320" y="190236"/>
                </a:cubicBezTo>
                <a:lnTo>
                  <a:pt x="49320" y="197282"/>
                </a:lnTo>
                <a:cubicBezTo>
                  <a:pt x="49320" y="202302"/>
                  <a:pt x="50377" y="207058"/>
                  <a:pt x="52271" y="211373"/>
                </a:cubicBezTo>
                <a:lnTo>
                  <a:pt x="14092" y="211373"/>
                </a:lnTo>
                <a:cubicBezTo>
                  <a:pt x="6297" y="211373"/>
                  <a:pt x="0" y="205076"/>
                  <a:pt x="0" y="197282"/>
                </a:cubicBezTo>
                <a:lnTo>
                  <a:pt x="0" y="183190"/>
                </a:lnTo>
                <a:close/>
                <a:moveTo>
                  <a:pt x="229560" y="211373"/>
                </a:moveTo>
                <a:cubicBezTo>
                  <a:pt x="231454" y="207058"/>
                  <a:pt x="232510" y="202302"/>
                  <a:pt x="232510" y="197282"/>
                </a:cubicBezTo>
                <a:lnTo>
                  <a:pt x="232510" y="190236"/>
                </a:lnTo>
                <a:cubicBezTo>
                  <a:pt x="232510" y="166809"/>
                  <a:pt x="223703" y="145407"/>
                  <a:pt x="209215" y="129202"/>
                </a:cubicBezTo>
                <a:cubicBezTo>
                  <a:pt x="214368" y="127661"/>
                  <a:pt x="219828" y="126824"/>
                  <a:pt x="225465" y="126824"/>
                </a:cubicBezTo>
                <a:cubicBezTo>
                  <a:pt x="256598" y="126824"/>
                  <a:pt x="281831" y="152057"/>
                  <a:pt x="281831" y="183190"/>
                </a:cubicBezTo>
                <a:lnTo>
                  <a:pt x="281831" y="197282"/>
                </a:lnTo>
                <a:cubicBezTo>
                  <a:pt x="281831" y="205076"/>
                  <a:pt x="275534" y="211373"/>
                  <a:pt x="267739" y="211373"/>
                </a:cubicBezTo>
                <a:lnTo>
                  <a:pt x="229560" y="211373"/>
                </a:lnTo>
                <a:close/>
                <a:moveTo>
                  <a:pt x="207850" y="70458"/>
                </a:moveTo>
                <a:cubicBezTo>
                  <a:pt x="207850" y="52959"/>
                  <a:pt x="222057" y="38752"/>
                  <a:pt x="239556" y="38752"/>
                </a:cubicBezTo>
                <a:cubicBezTo>
                  <a:pt x="257055" y="38752"/>
                  <a:pt x="271262" y="52959"/>
                  <a:pt x="271262" y="70458"/>
                </a:cubicBezTo>
                <a:cubicBezTo>
                  <a:pt x="271262" y="87957"/>
                  <a:pt x="257055" y="102164"/>
                  <a:pt x="239556" y="102164"/>
                </a:cubicBezTo>
                <a:cubicBezTo>
                  <a:pt x="222057" y="102164"/>
                  <a:pt x="207850" y="87957"/>
                  <a:pt x="207850" y="70458"/>
                </a:cubicBezTo>
                <a:close/>
                <a:moveTo>
                  <a:pt x="70458" y="190236"/>
                </a:moveTo>
                <a:cubicBezTo>
                  <a:pt x="70458" y="151308"/>
                  <a:pt x="101988" y="119778"/>
                  <a:pt x="140915" y="119778"/>
                </a:cubicBezTo>
                <a:cubicBezTo>
                  <a:pt x="179843" y="119778"/>
                  <a:pt x="211373" y="151308"/>
                  <a:pt x="211373" y="190236"/>
                </a:cubicBezTo>
                <a:lnTo>
                  <a:pt x="211373" y="197282"/>
                </a:lnTo>
                <a:cubicBezTo>
                  <a:pt x="211373" y="205076"/>
                  <a:pt x="205076" y="211373"/>
                  <a:pt x="197282" y="211373"/>
                </a:cubicBezTo>
                <a:lnTo>
                  <a:pt x="84549" y="211373"/>
                </a:lnTo>
                <a:cubicBezTo>
                  <a:pt x="76755" y="211373"/>
                  <a:pt x="70458" y="205076"/>
                  <a:pt x="70458" y="197282"/>
                </a:cubicBezTo>
                <a:lnTo>
                  <a:pt x="70458" y="190236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4897515" y="7280625"/>
            <a:ext cx="811673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寻求帮助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525498" y="7596276"/>
            <a:ext cx="3472155" cy="22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3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主动向导师和同事请教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94348" y="7145346"/>
            <a:ext cx="3663800" cy="811673"/>
          </a:xfrm>
          <a:custGeom>
            <a:avLst/>
            <a:gdLst/>
            <a:ahLst/>
            <a:cxnLst/>
            <a:rect l="l" t="t" r="r" b="b"/>
            <a:pathLst>
              <a:path w="3663800" h="811673">
                <a:moveTo>
                  <a:pt x="90185" y="0"/>
                </a:moveTo>
                <a:lnTo>
                  <a:pt x="3573615" y="0"/>
                </a:lnTo>
                <a:cubicBezTo>
                  <a:pt x="3623423" y="0"/>
                  <a:pt x="3663800" y="40377"/>
                  <a:pt x="3663800" y="90185"/>
                </a:cubicBezTo>
                <a:lnTo>
                  <a:pt x="3663800" y="721488"/>
                </a:lnTo>
                <a:cubicBezTo>
                  <a:pt x="3663800" y="771295"/>
                  <a:pt x="3623423" y="811673"/>
                  <a:pt x="3573615" y="811673"/>
                </a:cubicBezTo>
                <a:lnTo>
                  <a:pt x="90185" y="811673"/>
                </a:lnTo>
                <a:cubicBezTo>
                  <a:pt x="40377" y="811673"/>
                  <a:pt x="0" y="771295"/>
                  <a:pt x="0" y="721488"/>
                </a:cubicBezTo>
                <a:lnTo>
                  <a:pt x="0" y="90185"/>
                </a:lnTo>
                <a:cubicBezTo>
                  <a:pt x="0" y="40411"/>
                  <a:pt x="40411" y="0"/>
                  <a:pt x="9018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8385993" y="7303172"/>
            <a:ext cx="169098" cy="225465"/>
          </a:xfrm>
          <a:custGeom>
            <a:avLst/>
            <a:gdLst/>
            <a:ahLst/>
            <a:cxnLst/>
            <a:rect l="l" t="t" r="r" b="b"/>
            <a:pathLst>
              <a:path w="169098" h="225465">
                <a:moveTo>
                  <a:pt x="137128" y="14092"/>
                </a:moveTo>
                <a:lnTo>
                  <a:pt x="140915" y="14092"/>
                </a:lnTo>
                <a:cubicBezTo>
                  <a:pt x="156460" y="14092"/>
                  <a:pt x="169098" y="26730"/>
                  <a:pt x="169098" y="42275"/>
                </a:cubicBezTo>
                <a:lnTo>
                  <a:pt x="169098" y="197282"/>
                </a:lnTo>
                <a:cubicBezTo>
                  <a:pt x="169098" y="212826"/>
                  <a:pt x="156460" y="225465"/>
                  <a:pt x="140915" y="225465"/>
                </a:cubicBezTo>
                <a:lnTo>
                  <a:pt x="28183" y="225465"/>
                </a:lnTo>
                <a:cubicBezTo>
                  <a:pt x="12638" y="225465"/>
                  <a:pt x="0" y="212826"/>
                  <a:pt x="0" y="197282"/>
                </a:cubicBezTo>
                <a:lnTo>
                  <a:pt x="0" y="42275"/>
                </a:lnTo>
                <a:cubicBezTo>
                  <a:pt x="0" y="26730"/>
                  <a:pt x="12638" y="14092"/>
                  <a:pt x="28183" y="14092"/>
                </a:cubicBezTo>
                <a:lnTo>
                  <a:pt x="31970" y="14092"/>
                </a:lnTo>
                <a:cubicBezTo>
                  <a:pt x="36814" y="5681"/>
                  <a:pt x="45930" y="0"/>
                  <a:pt x="56366" y="0"/>
                </a:cubicBezTo>
                <a:lnTo>
                  <a:pt x="112732" y="0"/>
                </a:lnTo>
                <a:cubicBezTo>
                  <a:pt x="123169" y="0"/>
                  <a:pt x="132284" y="5681"/>
                  <a:pt x="137128" y="14092"/>
                </a:cubicBezTo>
                <a:close/>
                <a:moveTo>
                  <a:pt x="109209" y="49320"/>
                </a:moveTo>
                <a:cubicBezTo>
                  <a:pt x="115066" y="49320"/>
                  <a:pt x="119778" y="44609"/>
                  <a:pt x="119778" y="38752"/>
                </a:cubicBezTo>
                <a:cubicBezTo>
                  <a:pt x="119778" y="32895"/>
                  <a:pt x="115066" y="28183"/>
                  <a:pt x="109209" y="28183"/>
                </a:cubicBezTo>
                <a:lnTo>
                  <a:pt x="59889" y="28183"/>
                </a:lnTo>
                <a:cubicBezTo>
                  <a:pt x="54032" y="28183"/>
                  <a:pt x="49320" y="32895"/>
                  <a:pt x="49320" y="38752"/>
                </a:cubicBezTo>
                <a:cubicBezTo>
                  <a:pt x="49320" y="44609"/>
                  <a:pt x="54032" y="49320"/>
                  <a:pt x="59889" y="49320"/>
                </a:cubicBezTo>
                <a:lnTo>
                  <a:pt x="109209" y="49320"/>
                </a:lnTo>
                <a:close/>
                <a:moveTo>
                  <a:pt x="121716" y="114802"/>
                </a:moveTo>
                <a:cubicBezTo>
                  <a:pt x="124798" y="109870"/>
                  <a:pt x="123301" y="103353"/>
                  <a:pt x="118369" y="100226"/>
                </a:cubicBezTo>
                <a:cubicBezTo>
                  <a:pt x="113437" y="97100"/>
                  <a:pt x="106920" y="98641"/>
                  <a:pt x="103793" y="103573"/>
                </a:cubicBezTo>
                <a:lnTo>
                  <a:pt x="76755" y="146860"/>
                </a:lnTo>
                <a:lnTo>
                  <a:pt x="64865" y="131007"/>
                </a:lnTo>
                <a:cubicBezTo>
                  <a:pt x="61342" y="126339"/>
                  <a:pt x="54737" y="125371"/>
                  <a:pt x="50069" y="128894"/>
                </a:cubicBezTo>
                <a:cubicBezTo>
                  <a:pt x="45401" y="132416"/>
                  <a:pt x="44432" y="139022"/>
                  <a:pt x="47955" y="143690"/>
                </a:cubicBezTo>
                <a:lnTo>
                  <a:pt x="69093" y="171873"/>
                </a:lnTo>
                <a:cubicBezTo>
                  <a:pt x="71162" y="174647"/>
                  <a:pt x="74509" y="176232"/>
                  <a:pt x="77988" y="176100"/>
                </a:cubicBezTo>
                <a:cubicBezTo>
                  <a:pt x="81467" y="175968"/>
                  <a:pt x="84637" y="174119"/>
                  <a:pt x="86487" y="171124"/>
                </a:cubicBezTo>
                <a:lnTo>
                  <a:pt x="121716" y="114758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701643" y="7280625"/>
            <a:ext cx="811673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系统思维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29627" y="7596276"/>
            <a:ext cx="3472155" cy="22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3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从整体角度理解系统设计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998360" y="7145346"/>
            <a:ext cx="3663800" cy="811673"/>
          </a:xfrm>
          <a:custGeom>
            <a:avLst/>
            <a:gdLst/>
            <a:ahLst/>
            <a:cxnLst/>
            <a:rect l="l" t="t" r="r" b="b"/>
            <a:pathLst>
              <a:path w="3663800" h="811673">
                <a:moveTo>
                  <a:pt x="90185" y="0"/>
                </a:moveTo>
                <a:lnTo>
                  <a:pt x="3573615" y="0"/>
                </a:lnTo>
                <a:cubicBezTo>
                  <a:pt x="3623423" y="0"/>
                  <a:pt x="3663800" y="40377"/>
                  <a:pt x="3663800" y="90185"/>
                </a:cubicBezTo>
                <a:lnTo>
                  <a:pt x="3663800" y="721488"/>
                </a:lnTo>
                <a:cubicBezTo>
                  <a:pt x="3663800" y="771295"/>
                  <a:pt x="3623423" y="811673"/>
                  <a:pt x="3573615" y="811673"/>
                </a:cubicBezTo>
                <a:lnTo>
                  <a:pt x="90185" y="811673"/>
                </a:lnTo>
                <a:cubicBezTo>
                  <a:pt x="40377" y="811673"/>
                  <a:pt x="0" y="771295"/>
                  <a:pt x="0" y="721488"/>
                </a:cubicBezTo>
                <a:lnTo>
                  <a:pt x="0" y="90185"/>
                </a:lnTo>
                <a:cubicBezTo>
                  <a:pt x="0" y="40411"/>
                  <a:pt x="40411" y="0"/>
                  <a:pt x="9018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12175913" y="7303172"/>
            <a:ext cx="197282" cy="225465"/>
          </a:xfrm>
          <a:custGeom>
            <a:avLst/>
            <a:gdLst/>
            <a:ahLst/>
            <a:cxnLst/>
            <a:rect l="l" t="t" r="r" b="b"/>
            <a:pathLst>
              <a:path w="197282" h="225465">
                <a:moveTo>
                  <a:pt x="197282" y="90626"/>
                </a:moveTo>
                <a:cubicBezTo>
                  <a:pt x="190764" y="94942"/>
                  <a:pt x="183278" y="98421"/>
                  <a:pt x="175484" y="101195"/>
                </a:cubicBezTo>
                <a:cubicBezTo>
                  <a:pt x="154787" y="108593"/>
                  <a:pt x="127617" y="112732"/>
                  <a:pt x="98641" y="112732"/>
                </a:cubicBezTo>
                <a:cubicBezTo>
                  <a:pt x="69665" y="112732"/>
                  <a:pt x="42451" y="108549"/>
                  <a:pt x="21798" y="101195"/>
                </a:cubicBezTo>
                <a:cubicBezTo>
                  <a:pt x="14048" y="98421"/>
                  <a:pt x="6517" y="94942"/>
                  <a:pt x="0" y="90626"/>
                </a:cubicBezTo>
                <a:lnTo>
                  <a:pt x="0" y="126824"/>
                </a:lnTo>
                <a:cubicBezTo>
                  <a:pt x="0" y="146288"/>
                  <a:pt x="44168" y="162053"/>
                  <a:pt x="98641" y="162053"/>
                </a:cubicBezTo>
                <a:cubicBezTo>
                  <a:pt x="153113" y="162053"/>
                  <a:pt x="197282" y="146288"/>
                  <a:pt x="197282" y="126824"/>
                </a:cubicBezTo>
                <a:lnTo>
                  <a:pt x="197282" y="90626"/>
                </a:lnTo>
                <a:close/>
                <a:moveTo>
                  <a:pt x="197282" y="56366"/>
                </a:moveTo>
                <a:lnTo>
                  <a:pt x="197282" y="35229"/>
                </a:lnTo>
                <a:cubicBezTo>
                  <a:pt x="197282" y="15765"/>
                  <a:pt x="153113" y="0"/>
                  <a:pt x="98641" y="0"/>
                </a:cubicBezTo>
                <a:cubicBezTo>
                  <a:pt x="44168" y="0"/>
                  <a:pt x="0" y="15765"/>
                  <a:pt x="0" y="35229"/>
                </a:cubicBezTo>
                <a:lnTo>
                  <a:pt x="0" y="56366"/>
                </a:lnTo>
                <a:cubicBezTo>
                  <a:pt x="0" y="75830"/>
                  <a:pt x="44168" y="91595"/>
                  <a:pt x="98641" y="91595"/>
                </a:cubicBezTo>
                <a:cubicBezTo>
                  <a:pt x="153113" y="91595"/>
                  <a:pt x="197282" y="75830"/>
                  <a:pt x="197282" y="56366"/>
                </a:cubicBezTo>
                <a:close/>
                <a:moveTo>
                  <a:pt x="175484" y="171653"/>
                </a:moveTo>
                <a:cubicBezTo>
                  <a:pt x="154831" y="179007"/>
                  <a:pt x="127661" y="183190"/>
                  <a:pt x="98641" y="183190"/>
                </a:cubicBezTo>
                <a:cubicBezTo>
                  <a:pt x="69621" y="183190"/>
                  <a:pt x="42451" y="179007"/>
                  <a:pt x="21798" y="171653"/>
                </a:cubicBezTo>
                <a:cubicBezTo>
                  <a:pt x="14048" y="168878"/>
                  <a:pt x="6517" y="165399"/>
                  <a:pt x="0" y="161084"/>
                </a:cubicBezTo>
                <a:lnTo>
                  <a:pt x="0" y="190236"/>
                </a:lnTo>
                <a:cubicBezTo>
                  <a:pt x="0" y="209700"/>
                  <a:pt x="44168" y="225465"/>
                  <a:pt x="98641" y="225465"/>
                </a:cubicBezTo>
                <a:cubicBezTo>
                  <a:pt x="153113" y="225465"/>
                  <a:pt x="197282" y="209700"/>
                  <a:pt x="197282" y="190236"/>
                </a:cubicBezTo>
                <a:lnTo>
                  <a:pt x="197282" y="161084"/>
                </a:lnTo>
                <a:cubicBezTo>
                  <a:pt x="190764" y="165399"/>
                  <a:pt x="183278" y="168878"/>
                  <a:pt x="175484" y="171653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12505655" y="7280625"/>
            <a:ext cx="811673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知识积累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2133638" y="7596276"/>
            <a:ext cx="3472155" cy="22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3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建立个人知识库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54687" y="8231334"/>
            <a:ext cx="15339110" cy="458445"/>
          </a:xfrm>
          <a:custGeom>
            <a:avLst/>
            <a:gdLst/>
            <a:ahLst/>
            <a:cxnLst/>
            <a:rect l="l" t="t" r="r" b="b"/>
            <a:pathLst>
              <a:path w="15339110" h="458445">
                <a:moveTo>
                  <a:pt x="90185" y="0"/>
                </a:moveTo>
                <a:lnTo>
                  <a:pt x="15248925" y="0"/>
                </a:lnTo>
                <a:cubicBezTo>
                  <a:pt x="15298733" y="0"/>
                  <a:pt x="15339110" y="40377"/>
                  <a:pt x="15339110" y="90185"/>
                </a:cubicBezTo>
                <a:lnTo>
                  <a:pt x="15339110" y="368260"/>
                </a:lnTo>
                <a:cubicBezTo>
                  <a:pt x="15339110" y="418067"/>
                  <a:pt x="15298733" y="458445"/>
                  <a:pt x="15248925" y="458445"/>
                </a:cubicBezTo>
                <a:lnTo>
                  <a:pt x="90185" y="458445"/>
                </a:lnTo>
                <a:cubicBezTo>
                  <a:pt x="40377" y="458445"/>
                  <a:pt x="0" y="418067"/>
                  <a:pt x="0" y="368260"/>
                </a:cubicBezTo>
                <a:lnTo>
                  <a:pt x="0" y="90185"/>
                </a:lnTo>
                <a:cubicBezTo>
                  <a:pt x="0" y="40411"/>
                  <a:pt x="40411" y="0"/>
                  <a:pt x="90185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8467">
            <a:solidFill>
              <a:srgbClr val="4FD1C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576814" y="8359101"/>
            <a:ext cx="202918" cy="202918"/>
          </a:xfrm>
          <a:custGeom>
            <a:avLst/>
            <a:gdLst/>
            <a:ahLst/>
            <a:cxnLst/>
            <a:rect l="l" t="t" r="r" b="b"/>
            <a:pathLst>
              <a:path w="202918" h="202918">
                <a:moveTo>
                  <a:pt x="101657" y="0"/>
                </a:moveTo>
                <a:cubicBezTo>
                  <a:pt x="107483" y="0"/>
                  <a:pt x="112834" y="3210"/>
                  <a:pt x="115608" y="8323"/>
                </a:cubicBezTo>
                <a:lnTo>
                  <a:pt x="201214" y="166853"/>
                </a:lnTo>
                <a:cubicBezTo>
                  <a:pt x="203869" y="171767"/>
                  <a:pt x="203750" y="177712"/>
                  <a:pt x="200897" y="182507"/>
                </a:cubicBezTo>
                <a:cubicBezTo>
                  <a:pt x="198043" y="187303"/>
                  <a:pt x="192852" y="190236"/>
                  <a:pt x="187303" y="190236"/>
                </a:cubicBezTo>
                <a:lnTo>
                  <a:pt x="16091" y="190236"/>
                </a:lnTo>
                <a:cubicBezTo>
                  <a:pt x="10503" y="190236"/>
                  <a:pt x="5350" y="187303"/>
                  <a:pt x="2497" y="182507"/>
                </a:cubicBezTo>
                <a:cubicBezTo>
                  <a:pt x="-357" y="177712"/>
                  <a:pt x="-476" y="171767"/>
                  <a:pt x="2180" y="166853"/>
                </a:cubicBezTo>
                <a:lnTo>
                  <a:pt x="87786" y="8323"/>
                </a:lnTo>
                <a:lnTo>
                  <a:pt x="88935" y="6500"/>
                </a:lnTo>
                <a:cubicBezTo>
                  <a:pt x="91828" y="2457"/>
                  <a:pt x="96545" y="0"/>
                  <a:pt x="101657" y="0"/>
                </a:cubicBezTo>
                <a:close/>
                <a:moveTo>
                  <a:pt x="67534" y="99042"/>
                </a:moveTo>
                <a:lnTo>
                  <a:pt x="78155" y="109663"/>
                </a:lnTo>
                <a:cubicBezTo>
                  <a:pt x="80612" y="112120"/>
                  <a:pt x="84655" y="112120"/>
                  <a:pt x="87112" y="109663"/>
                </a:cubicBezTo>
                <a:lnTo>
                  <a:pt x="104273" y="92502"/>
                </a:lnTo>
                <a:cubicBezTo>
                  <a:pt x="106651" y="90124"/>
                  <a:pt x="109861" y="88777"/>
                  <a:pt x="113230" y="88777"/>
                </a:cubicBezTo>
                <a:lnTo>
                  <a:pt x="130193" y="88777"/>
                </a:lnTo>
                <a:lnTo>
                  <a:pt x="101618" y="35867"/>
                </a:lnTo>
                <a:lnTo>
                  <a:pt x="67494" y="99042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937557" y="8325282"/>
            <a:ext cx="5140594" cy="27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成长感悟：</a:t>
            </a:r>
            <a:r>
              <a:rPr lang="en-US" sz="142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挑战是成长的催化剂，每次克服困难都是能力的提升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3164417" cy="349250"/>
          </a:xfrm>
          <a:custGeom>
            <a:avLst/>
            <a:gdLst/>
            <a:ahLst/>
            <a:cxnLst/>
            <a:rect l="l" t="t" r="r" b="b"/>
            <a:pathLst>
              <a:path w="3164417" h="349250">
                <a:moveTo>
                  <a:pt x="42333" y="0"/>
                </a:moveTo>
                <a:lnTo>
                  <a:pt x="3122084" y="0"/>
                </a:lnTo>
                <a:cubicBezTo>
                  <a:pt x="3145464" y="0"/>
                  <a:pt x="3164417" y="18953"/>
                  <a:pt x="3164417" y="42333"/>
                </a:cubicBezTo>
                <a:lnTo>
                  <a:pt x="3164417" y="306917"/>
                </a:lnTo>
                <a:cubicBezTo>
                  <a:pt x="3164417" y="330297"/>
                  <a:pt x="3145464" y="349250"/>
                  <a:pt x="3122084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50333" y="479774"/>
            <a:ext cx="2992989" cy="24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SUGGESTIONS &amp; IMPROVEMENTS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0774"/>
            <a:ext cx="156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意见与建议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453441"/>
            <a:ext cx="15515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针对项目和实习过程的改进建议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940274"/>
            <a:ext cx="7620000" cy="4751917"/>
          </a:xfrm>
          <a:custGeom>
            <a:avLst/>
            <a:gdLst/>
            <a:ahLst/>
            <a:cxnLst/>
            <a:rect l="l" t="t" r="r" b="b"/>
            <a:pathLst>
              <a:path w="7620000" h="4751917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4667238"/>
                </a:lnTo>
                <a:cubicBezTo>
                  <a:pt x="7620000" y="4714005"/>
                  <a:pt x="7582088" y="4751917"/>
                  <a:pt x="7535321" y="4751917"/>
                </a:cubicBezTo>
                <a:lnTo>
                  <a:pt x="84679" y="4751917"/>
                </a:lnTo>
                <a:cubicBezTo>
                  <a:pt x="37912" y="4751917"/>
                  <a:pt x="0" y="4714005"/>
                  <a:pt x="0" y="4667238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23333" y="1940274"/>
            <a:ext cx="7620000" cy="42333"/>
          </a:xfrm>
          <a:custGeom>
            <a:avLst/>
            <a:gdLst/>
            <a:ahLst/>
            <a:cxnLst/>
            <a:rect l="l" t="t" r="r" b="b"/>
            <a:pathLst>
              <a:path w="7620000" h="42333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92667" y="213077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87917" y="2257774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27667" y="2215441"/>
            <a:ext cx="165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技术改进建议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2667" y="2765774"/>
            <a:ext cx="7281333" cy="878417"/>
          </a:xfrm>
          <a:custGeom>
            <a:avLst/>
            <a:gdLst/>
            <a:ahLst/>
            <a:cxnLst/>
            <a:rect l="l" t="t" r="r" b="b"/>
            <a:pathLst>
              <a:path w="7281333" h="878417">
                <a:moveTo>
                  <a:pt x="84671" y="0"/>
                </a:moveTo>
                <a:lnTo>
                  <a:pt x="7196663" y="0"/>
                </a:lnTo>
                <a:cubicBezTo>
                  <a:pt x="7243425" y="0"/>
                  <a:pt x="7281333" y="37908"/>
                  <a:pt x="7281333" y="84671"/>
                </a:cubicBezTo>
                <a:lnTo>
                  <a:pt x="7281333" y="793746"/>
                </a:lnTo>
                <a:cubicBezTo>
                  <a:pt x="7281333" y="840508"/>
                  <a:pt x="7243425" y="878417"/>
                  <a:pt x="7196663" y="878417"/>
                </a:cubicBezTo>
                <a:lnTo>
                  <a:pt x="84671" y="878417"/>
                </a:lnTo>
                <a:cubicBezTo>
                  <a:pt x="37908" y="878417"/>
                  <a:pt x="0" y="840508"/>
                  <a:pt x="0" y="793746"/>
                </a:cubicBezTo>
                <a:lnTo>
                  <a:pt x="0" y="84671"/>
                </a:lnTo>
                <a:cubicBezTo>
                  <a:pt x="0" y="37908"/>
                  <a:pt x="37908" y="0"/>
                  <a:pt x="84671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19667" y="2892774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84667" y="0"/>
                </a:moveTo>
                <a:lnTo>
                  <a:pt x="254000" y="0"/>
                </a:lnTo>
                <a:cubicBezTo>
                  <a:pt x="300760" y="0"/>
                  <a:pt x="338667" y="37907"/>
                  <a:pt x="338667" y="84667"/>
                </a:cubicBezTo>
                <a:lnTo>
                  <a:pt x="338667" y="254000"/>
                </a:lnTo>
                <a:cubicBezTo>
                  <a:pt x="338667" y="300760"/>
                  <a:pt x="300760" y="338667"/>
                  <a:pt x="254000" y="338667"/>
                </a:cubicBezTo>
                <a:lnTo>
                  <a:pt x="84667" y="338667"/>
                </a:lnTo>
                <a:cubicBezTo>
                  <a:pt x="37907" y="338667"/>
                  <a:pt x="0" y="300760"/>
                  <a:pt x="0" y="254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04333" y="2935108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913941"/>
            <a:ext cx="1238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引入缓存机制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9667" y="3273774"/>
            <a:ext cx="7101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使用Redis缓存热点数据，减少数据库查询压力，提升系统响应速度。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2667" y="3726212"/>
            <a:ext cx="7281333" cy="878417"/>
          </a:xfrm>
          <a:custGeom>
            <a:avLst/>
            <a:gdLst/>
            <a:ahLst/>
            <a:cxnLst/>
            <a:rect l="l" t="t" r="r" b="b"/>
            <a:pathLst>
              <a:path w="7281333" h="878417">
                <a:moveTo>
                  <a:pt x="84671" y="0"/>
                </a:moveTo>
                <a:lnTo>
                  <a:pt x="7196663" y="0"/>
                </a:lnTo>
                <a:cubicBezTo>
                  <a:pt x="7243425" y="0"/>
                  <a:pt x="7281333" y="37908"/>
                  <a:pt x="7281333" y="84671"/>
                </a:cubicBezTo>
                <a:lnTo>
                  <a:pt x="7281333" y="793746"/>
                </a:lnTo>
                <a:cubicBezTo>
                  <a:pt x="7281333" y="840508"/>
                  <a:pt x="7243425" y="878417"/>
                  <a:pt x="7196663" y="878417"/>
                </a:cubicBezTo>
                <a:lnTo>
                  <a:pt x="84671" y="878417"/>
                </a:lnTo>
                <a:cubicBezTo>
                  <a:pt x="37908" y="878417"/>
                  <a:pt x="0" y="840508"/>
                  <a:pt x="0" y="793746"/>
                </a:cubicBezTo>
                <a:lnTo>
                  <a:pt x="0" y="84671"/>
                </a:lnTo>
                <a:cubicBezTo>
                  <a:pt x="0" y="37908"/>
                  <a:pt x="37908" y="0"/>
                  <a:pt x="84671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19667" y="3853212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84667" y="0"/>
                </a:moveTo>
                <a:lnTo>
                  <a:pt x="254000" y="0"/>
                </a:lnTo>
                <a:cubicBezTo>
                  <a:pt x="300760" y="0"/>
                  <a:pt x="338667" y="37907"/>
                  <a:pt x="338667" y="84667"/>
                </a:cubicBezTo>
                <a:lnTo>
                  <a:pt x="338667" y="254000"/>
                </a:lnTo>
                <a:cubicBezTo>
                  <a:pt x="338667" y="300760"/>
                  <a:pt x="300760" y="338667"/>
                  <a:pt x="254000" y="338667"/>
                </a:cubicBezTo>
                <a:lnTo>
                  <a:pt x="84667" y="338667"/>
                </a:lnTo>
                <a:cubicBezTo>
                  <a:pt x="37907" y="338667"/>
                  <a:pt x="0" y="300760"/>
                  <a:pt x="0" y="254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90222" y="3895545"/>
            <a:ext cx="285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874378"/>
            <a:ext cx="1428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完善日志与监控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9667" y="4234212"/>
            <a:ext cx="7101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集成ELK日志收集系统和Prometheus监控，实现系统健康状态的可观测性。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2667" y="4686649"/>
            <a:ext cx="7281333" cy="878417"/>
          </a:xfrm>
          <a:custGeom>
            <a:avLst/>
            <a:gdLst/>
            <a:ahLst/>
            <a:cxnLst/>
            <a:rect l="l" t="t" r="r" b="b"/>
            <a:pathLst>
              <a:path w="7281333" h="878417">
                <a:moveTo>
                  <a:pt x="84671" y="0"/>
                </a:moveTo>
                <a:lnTo>
                  <a:pt x="7196663" y="0"/>
                </a:lnTo>
                <a:cubicBezTo>
                  <a:pt x="7243425" y="0"/>
                  <a:pt x="7281333" y="37908"/>
                  <a:pt x="7281333" y="84671"/>
                </a:cubicBezTo>
                <a:lnTo>
                  <a:pt x="7281333" y="793746"/>
                </a:lnTo>
                <a:cubicBezTo>
                  <a:pt x="7281333" y="840508"/>
                  <a:pt x="7243425" y="878417"/>
                  <a:pt x="7196663" y="878417"/>
                </a:cubicBezTo>
                <a:lnTo>
                  <a:pt x="84671" y="878417"/>
                </a:lnTo>
                <a:cubicBezTo>
                  <a:pt x="37908" y="878417"/>
                  <a:pt x="0" y="840508"/>
                  <a:pt x="0" y="793746"/>
                </a:cubicBezTo>
                <a:lnTo>
                  <a:pt x="0" y="84671"/>
                </a:lnTo>
                <a:cubicBezTo>
                  <a:pt x="0" y="37908"/>
                  <a:pt x="37908" y="0"/>
                  <a:pt x="84671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19667" y="4813649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84667" y="0"/>
                </a:moveTo>
                <a:lnTo>
                  <a:pt x="254000" y="0"/>
                </a:lnTo>
                <a:cubicBezTo>
                  <a:pt x="300760" y="0"/>
                  <a:pt x="338667" y="37907"/>
                  <a:pt x="338667" y="84667"/>
                </a:cubicBezTo>
                <a:lnTo>
                  <a:pt x="338667" y="254000"/>
                </a:lnTo>
                <a:cubicBezTo>
                  <a:pt x="338667" y="300760"/>
                  <a:pt x="300760" y="338667"/>
                  <a:pt x="254000" y="338667"/>
                </a:cubicBezTo>
                <a:lnTo>
                  <a:pt x="84667" y="338667"/>
                </a:lnTo>
                <a:cubicBezTo>
                  <a:pt x="37907" y="338667"/>
                  <a:pt x="0" y="300760"/>
                  <a:pt x="0" y="254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86694" y="4855983"/>
            <a:ext cx="285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4834816"/>
            <a:ext cx="1238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补充单元测试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9667" y="5194649"/>
            <a:ext cx="7101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提高测试覆盖率到80%以上，使用JUnit和Mockito编写高质量的单元测试。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2667" y="5647087"/>
            <a:ext cx="7281333" cy="878417"/>
          </a:xfrm>
          <a:custGeom>
            <a:avLst/>
            <a:gdLst/>
            <a:ahLst/>
            <a:cxnLst/>
            <a:rect l="l" t="t" r="r" b="b"/>
            <a:pathLst>
              <a:path w="7281333" h="878417">
                <a:moveTo>
                  <a:pt x="84671" y="0"/>
                </a:moveTo>
                <a:lnTo>
                  <a:pt x="7196663" y="0"/>
                </a:lnTo>
                <a:cubicBezTo>
                  <a:pt x="7243425" y="0"/>
                  <a:pt x="7281333" y="37908"/>
                  <a:pt x="7281333" y="84671"/>
                </a:cubicBezTo>
                <a:lnTo>
                  <a:pt x="7281333" y="793746"/>
                </a:lnTo>
                <a:cubicBezTo>
                  <a:pt x="7281333" y="840508"/>
                  <a:pt x="7243425" y="878417"/>
                  <a:pt x="7196663" y="878417"/>
                </a:cubicBezTo>
                <a:lnTo>
                  <a:pt x="84671" y="878417"/>
                </a:lnTo>
                <a:cubicBezTo>
                  <a:pt x="37908" y="878417"/>
                  <a:pt x="0" y="840508"/>
                  <a:pt x="0" y="793746"/>
                </a:cubicBezTo>
                <a:lnTo>
                  <a:pt x="0" y="84671"/>
                </a:lnTo>
                <a:cubicBezTo>
                  <a:pt x="0" y="37908"/>
                  <a:pt x="37908" y="0"/>
                  <a:pt x="84671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19667" y="5774087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84667" y="0"/>
                </a:moveTo>
                <a:lnTo>
                  <a:pt x="254000" y="0"/>
                </a:lnTo>
                <a:cubicBezTo>
                  <a:pt x="300760" y="0"/>
                  <a:pt x="338667" y="37907"/>
                  <a:pt x="338667" y="84667"/>
                </a:cubicBezTo>
                <a:lnTo>
                  <a:pt x="338667" y="254000"/>
                </a:lnTo>
                <a:cubicBezTo>
                  <a:pt x="338667" y="300760"/>
                  <a:pt x="300760" y="338667"/>
                  <a:pt x="254000" y="338667"/>
                </a:cubicBezTo>
                <a:lnTo>
                  <a:pt x="84667" y="338667"/>
                </a:lnTo>
                <a:cubicBezTo>
                  <a:pt x="37907" y="338667"/>
                  <a:pt x="0" y="300760"/>
                  <a:pt x="0" y="254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86694" y="5816420"/>
            <a:ext cx="285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5795253"/>
            <a:ext cx="1524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API文档自动生成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9667" y="6155087"/>
            <a:ext cx="7101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集成Swagger或SpringDoc，实现API文档自动生成与在线测试功能。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12667" y="1940274"/>
            <a:ext cx="7620000" cy="4751917"/>
          </a:xfrm>
          <a:custGeom>
            <a:avLst/>
            <a:gdLst/>
            <a:ahLst/>
            <a:cxnLst/>
            <a:rect l="l" t="t" r="r" b="b"/>
            <a:pathLst>
              <a:path w="7620000" h="4751917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4667238"/>
                </a:lnTo>
                <a:cubicBezTo>
                  <a:pt x="7620000" y="4714005"/>
                  <a:pt x="7582088" y="4751917"/>
                  <a:pt x="7535321" y="4751917"/>
                </a:cubicBezTo>
                <a:lnTo>
                  <a:pt x="84679" y="4751917"/>
                </a:lnTo>
                <a:cubicBezTo>
                  <a:pt x="37912" y="4751917"/>
                  <a:pt x="0" y="4714005"/>
                  <a:pt x="0" y="4667238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212667" y="1940274"/>
            <a:ext cx="7620000" cy="42333"/>
          </a:xfrm>
          <a:custGeom>
            <a:avLst/>
            <a:gdLst/>
            <a:ahLst/>
            <a:cxnLst/>
            <a:rect l="l" t="t" r="r" b="b"/>
            <a:pathLst>
              <a:path w="7620000" h="42333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382000" y="213077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509000" y="225777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15094" y="170656"/>
                </a:moveTo>
                <a:lnTo>
                  <a:pt x="115094" y="138906"/>
                </a:lnTo>
                <a:lnTo>
                  <a:pt x="83344" y="138906"/>
                </a:lnTo>
                <a:cubicBezTo>
                  <a:pt x="76746" y="138906"/>
                  <a:pt x="71438" y="133598"/>
                  <a:pt x="71438" y="127000"/>
                </a:cubicBezTo>
                <a:cubicBezTo>
                  <a:pt x="71438" y="120402"/>
                  <a:pt x="76746" y="115094"/>
                  <a:pt x="83344" y="115094"/>
                </a:cubicBezTo>
                <a:lnTo>
                  <a:pt x="115094" y="115094"/>
                </a:lnTo>
                <a:lnTo>
                  <a:pt x="115094" y="83344"/>
                </a:lnTo>
                <a:cubicBezTo>
                  <a:pt x="115094" y="76746"/>
                  <a:pt x="120402" y="71438"/>
                  <a:pt x="127000" y="71438"/>
                </a:cubicBezTo>
                <a:cubicBezTo>
                  <a:pt x="133598" y="71438"/>
                  <a:pt x="138906" y="76746"/>
                  <a:pt x="138906" y="83344"/>
                </a:cubicBezTo>
                <a:lnTo>
                  <a:pt x="138906" y="115094"/>
                </a:lnTo>
                <a:lnTo>
                  <a:pt x="170656" y="115094"/>
                </a:lnTo>
                <a:cubicBezTo>
                  <a:pt x="177254" y="115094"/>
                  <a:pt x="182563" y="120402"/>
                  <a:pt x="182563" y="127000"/>
                </a:cubicBezTo>
                <a:cubicBezTo>
                  <a:pt x="182563" y="133598"/>
                  <a:pt x="177254" y="138906"/>
                  <a:pt x="170656" y="138906"/>
                </a:cubicBezTo>
                <a:lnTo>
                  <a:pt x="138906" y="138906"/>
                </a:lnTo>
                <a:lnTo>
                  <a:pt x="138906" y="170656"/>
                </a:lnTo>
                <a:cubicBezTo>
                  <a:pt x="138906" y="177254"/>
                  <a:pt x="133598" y="182563"/>
                  <a:pt x="127000" y="182563"/>
                </a:cubicBezTo>
                <a:cubicBezTo>
                  <a:pt x="120402" y="182563"/>
                  <a:pt x="115094" y="177254"/>
                  <a:pt x="115094" y="170656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017000" y="2215441"/>
            <a:ext cx="165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功能扩展建议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82000" y="2765774"/>
            <a:ext cx="7281333" cy="878417"/>
          </a:xfrm>
          <a:custGeom>
            <a:avLst/>
            <a:gdLst/>
            <a:ahLst/>
            <a:cxnLst/>
            <a:rect l="l" t="t" r="r" b="b"/>
            <a:pathLst>
              <a:path w="7281333" h="878417">
                <a:moveTo>
                  <a:pt x="84671" y="0"/>
                </a:moveTo>
                <a:lnTo>
                  <a:pt x="7196663" y="0"/>
                </a:lnTo>
                <a:cubicBezTo>
                  <a:pt x="7243425" y="0"/>
                  <a:pt x="7281333" y="37908"/>
                  <a:pt x="7281333" y="84671"/>
                </a:cubicBezTo>
                <a:lnTo>
                  <a:pt x="7281333" y="793746"/>
                </a:lnTo>
                <a:cubicBezTo>
                  <a:pt x="7281333" y="840508"/>
                  <a:pt x="7243425" y="878417"/>
                  <a:pt x="7196663" y="878417"/>
                </a:cubicBezTo>
                <a:lnTo>
                  <a:pt x="84671" y="878417"/>
                </a:lnTo>
                <a:cubicBezTo>
                  <a:pt x="37908" y="878417"/>
                  <a:pt x="0" y="840508"/>
                  <a:pt x="0" y="793746"/>
                </a:cubicBezTo>
                <a:lnTo>
                  <a:pt x="0" y="84671"/>
                </a:lnTo>
                <a:cubicBezTo>
                  <a:pt x="0" y="37908"/>
                  <a:pt x="37908" y="0"/>
                  <a:pt x="84671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509000" y="2892774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84667" y="0"/>
                </a:moveTo>
                <a:lnTo>
                  <a:pt x="254000" y="0"/>
                </a:lnTo>
                <a:cubicBezTo>
                  <a:pt x="300760" y="0"/>
                  <a:pt x="338667" y="37907"/>
                  <a:pt x="338667" y="84667"/>
                </a:cubicBezTo>
                <a:lnTo>
                  <a:pt x="338667" y="254000"/>
                </a:lnTo>
                <a:cubicBezTo>
                  <a:pt x="338667" y="300760"/>
                  <a:pt x="300760" y="338667"/>
                  <a:pt x="254000" y="338667"/>
                </a:cubicBezTo>
                <a:lnTo>
                  <a:pt x="84667" y="338667"/>
                </a:lnTo>
                <a:cubicBezTo>
                  <a:pt x="37907" y="338667"/>
                  <a:pt x="0" y="300760"/>
                  <a:pt x="0" y="254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593667" y="2935108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32333" y="2913941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审批流程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09000" y="3273774"/>
            <a:ext cx="7101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增加资源分配申请与审批流程，支持多级审批和审批记录追踪。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82000" y="3726212"/>
            <a:ext cx="7281333" cy="878417"/>
          </a:xfrm>
          <a:custGeom>
            <a:avLst/>
            <a:gdLst/>
            <a:ahLst/>
            <a:cxnLst/>
            <a:rect l="l" t="t" r="r" b="b"/>
            <a:pathLst>
              <a:path w="7281333" h="878417">
                <a:moveTo>
                  <a:pt x="84671" y="0"/>
                </a:moveTo>
                <a:lnTo>
                  <a:pt x="7196663" y="0"/>
                </a:lnTo>
                <a:cubicBezTo>
                  <a:pt x="7243425" y="0"/>
                  <a:pt x="7281333" y="37908"/>
                  <a:pt x="7281333" y="84671"/>
                </a:cubicBezTo>
                <a:lnTo>
                  <a:pt x="7281333" y="793746"/>
                </a:lnTo>
                <a:cubicBezTo>
                  <a:pt x="7281333" y="840508"/>
                  <a:pt x="7243425" y="878417"/>
                  <a:pt x="7196663" y="878417"/>
                </a:cubicBezTo>
                <a:lnTo>
                  <a:pt x="84671" y="878417"/>
                </a:lnTo>
                <a:cubicBezTo>
                  <a:pt x="37908" y="878417"/>
                  <a:pt x="0" y="840508"/>
                  <a:pt x="0" y="793746"/>
                </a:cubicBezTo>
                <a:lnTo>
                  <a:pt x="0" y="84671"/>
                </a:lnTo>
                <a:cubicBezTo>
                  <a:pt x="0" y="37908"/>
                  <a:pt x="37908" y="0"/>
                  <a:pt x="84671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509000" y="3853212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84667" y="0"/>
                </a:moveTo>
                <a:lnTo>
                  <a:pt x="254000" y="0"/>
                </a:lnTo>
                <a:cubicBezTo>
                  <a:pt x="300760" y="0"/>
                  <a:pt x="338667" y="37907"/>
                  <a:pt x="338667" y="84667"/>
                </a:cubicBezTo>
                <a:lnTo>
                  <a:pt x="338667" y="254000"/>
                </a:lnTo>
                <a:cubicBezTo>
                  <a:pt x="338667" y="300760"/>
                  <a:pt x="300760" y="338667"/>
                  <a:pt x="254000" y="338667"/>
                </a:cubicBezTo>
                <a:lnTo>
                  <a:pt x="84667" y="338667"/>
                </a:lnTo>
                <a:cubicBezTo>
                  <a:pt x="37907" y="338667"/>
                  <a:pt x="0" y="300760"/>
                  <a:pt x="0" y="254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579556" y="3895545"/>
            <a:ext cx="285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932333" y="3874378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批量操作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09000" y="4234212"/>
            <a:ext cx="7101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支持资源的批量分配、批量导入导出，提高大规模资源管理效率。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82000" y="4686649"/>
            <a:ext cx="7281333" cy="878417"/>
          </a:xfrm>
          <a:custGeom>
            <a:avLst/>
            <a:gdLst/>
            <a:ahLst/>
            <a:cxnLst/>
            <a:rect l="l" t="t" r="r" b="b"/>
            <a:pathLst>
              <a:path w="7281333" h="878417">
                <a:moveTo>
                  <a:pt x="84671" y="0"/>
                </a:moveTo>
                <a:lnTo>
                  <a:pt x="7196663" y="0"/>
                </a:lnTo>
                <a:cubicBezTo>
                  <a:pt x="7243425" y="0"/>
                  <a:pt x="7281333" y="37908"/>
                  <a:pt x="7281333" y="84671"/>
                </a:cubicBezTo>
                <a:lnTo>
                  <a:pt x="7281333" y="793746"/>
                </a:lnTo>
                <a:cubicBezTo>
                  <a:pt x="7281333" y="840508"/>
                  <a:pt x="7243425" y="878417"/>
                  <a:pt x="7196663" y="878417"/>
                </a:cubicBezTo>
                <a:lnTo>
                  <a:pt x="84671" y="878417"/>
                </a:lnTo>
                <a:cubicBezTo>
                  <a:pt x="37908" y="878417"/>
                  <a:pt x="0" y="840508"/>
                  <a:pt x="0" y="793746"/>
                </a:cubicBezTo>
                <a:lnTo>
                  <a:pt x="0" y="84671"/>
                </a:lnTo>
                <a:cubicBezTo>
                  <a:pt x="0" y="37908"/>
                  <a:pt x="37908" y="0"/>
                  <a:pt x="84671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509000" y="4813649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84667" y="0"/>
                </a:moveTo>
                <a:lnTo>
                  <a:pt x="254000" y="0"/>
                </a:lnTo>
                <a:cubicBezTo>
                  <a:pt x="300760" y="0"/>
                  <a:pt x="338667" y="37907"/>
                  <a:pt x="338667" y="84667"/>
                </a:cubicBezTo>
                <a:lnTo>
                  <a:pt x="338667" y="254000"/>
                </a:lnTo>
                <a:cubicBezTo>
                  <a:pt x="338667" y="300760"/>
                  <a:pt x="300760" y="338667"/>
                  <a:pt x="254000" y="338667"/>
                </a:cubicBezTo>
                <a:lnTo>
                  <a:pt x="84667" y="338667"/>
                </a:lnTo>
                <a:cubicBezTo>
                  <a:pt x="37907" y="338667"/>
                  <a:pt x="0" y="300760"/>
                  <a:pt x="0" y="254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576028" y="4855983"/>
            <a:ext cx="285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32333" y="4834816"/>
            <a:ext cx="1047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报表与统计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09000" y="5194649"/>
            <a:ext cx="7101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添加数据导出功能和可视化报表，提供资源利用率、项目占用等统计分析。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82000" y="5647087"/>
            <a:ext cx="7281333" cy="878417"/>
          </a:xfrm>
          <a:custGeom>
            <a:avLst/>
            <a:gdLst/>
            <a:ahLst/>
            <a:cxnLst/>
            <a:rect l="l" t="t" r="r" b="b"/>
            <a:pathLst>
              <a:path w="7281333" h="878417">
                <a:moveTo>
                  <a:pt x="84671" y="0"/>
                </a:moveTo>
                <a:lnTo>
                  <a:pt x="7196663" y="0"/>
                </a:lnTo>
                <a:cubicBezTo>
                  <a:pt x="7243425" y="0"/>
                  <a:pt x="7281333" y="37908"/>
                  <a:pt x="7281333" y="84671"/>
                </a:cubicBezTo>
                <a:lnTo>
                  <a:pt x="7281333" y="793746"/>
                </a:lnTo>
                <a:cubicBezTo>
                  <a:pt x="7281333" y="840508"/>
                  <a:pt x="7243425" y="878417"/>
                  <a:pt x="7196663" y="878417"/>
                </a:cubicBezTo>
                <a:lnTo>
                  <a:pt x="84671" y="878417"/>
                </a:lnTo>
                <a:cubicBezTo>
                  <a:pt x="37908" y="878417"/>
                  <a:pt x="0" y="840508"/>
                  <a:pt x="0" y="793746"/>
                </a:cubicBezTo>
                <a:lnTo>
                  <a:pt x="0" y="84671"/>
                </a:lnTo>
                <a:cubicBezTo>
                  <a:pt x="0" y="37908"/>
                  <a:pt x="37908" y="0"/>
                  <a:pt x="84671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509000" y="5774087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84667" y="0"/>
                </a:moveTo>
                <a:lnTo>
                  <a:pt x="254000" y="0"/>
                </a:lnTo>
                <a:cubicBezTo>
                  <a:pt x="300760" y="0"/>
                  <a:pt x="338667" y="37907"/>
                  <a:pt x="338667" y="84667"/>
                </a:cubicBezTo>
                <a:lnTo>
                  <a:pt x="338667" y="254000"/>
                </a:lnTo>
                <a:cubicBezTo>
                  <a:pt x="338667" y="300760"/>
                  <a:pt x="300760" y="338667"/>
                  <a:pt x="254000" y="338667"/>
                </a:cubicBezTo>
                <a:lnTo>
                  <a:pt x="84667" y="338667"/>
                </a:lnTo>
                <a:cubicBezTo>
                  <a:pt x="37907" y="338667"/>
                  <a:pt x="0" y="300760"/>
                  <a:pt x="0" y="254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576028" y="5816420"/>
            <a:ext cx="285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932333" y="5795253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消息通知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09000" y="6155087"/>
            <a:ext cx="7101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集成企业微信或钉钉通知，在分配变更、审批通过时发送实时消息提醒。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23333" y="6819191"/>
            <a:ext cx="15409333" cy="1397000"/>
          </a:xfrm>
          <a:custGeom>
            <a:avLst/>
            <a:gdLst/>
            <a:ahLst/>
            <a:cxnLst/>
            <a:rect l="l" t="t" r="r" b="b"/>
            <a:pathLst>
              <a:path w="15409333" h="1397000">
                <a:moveTo>
                  <a:pt x="84672" y="0"/>
                </a:moveTo>
                <a:lnTo>
                  <a:pt x="15324661" y="0"/>
                </a:lnTo>
                <a:cubicBezTo>
                  <a:pt x="15371424" y="0"/>
                  <a:pt x="15409333" y="37909"/>
                  <a:pt x="15409333" y="84672"/>
                </a:cubicBezTo>
                <a:lnTo>
                  <a:pt x="15409333" y="1312328"/>
                </a:lnTo>
                <a:cubicBezTo>
                  <a:pt x="15409333" y="1359091"/>
                  <a:pt x="15371424" y="1397000"/>
                  <a:pt x="15324661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563563" y="6988524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9844" y="80946"/>
                </a:moveTo>
                <a:lnTo>
                  <a:pt x="106329" y="116541"/>
                </a:lnTo>
                <a:cubicBezTo>
                  <a:pt x="110381" y="118194"/>
                  <a:pt x="114680" y="119063"/>
                  <a:pt x="119063" y="119063"/>
                </a:cubicBezTo>
                <a:cubicBezTo>
                  <a:pt x="123445" y="119063"/>
                  <a:pt x="127744" y="118194"/>
                  <a:pt x="131796" y="116541"/>
                </a:cubicBezTo>
                <a:lnTo>
                  <a:pt x="232007" y="75282"/>
                </a:lnTo>
                <a:cubicBezTo>
                  <a:pt x="235727" y="73753"/>
                  <a:pt x="238125" y="70156"/>
                  <a:pt x="238125" y="66146"/>
                </a:cubicBezTo>
                <a:cubicBezTo>
                  <a:pt x="238125" y="62136"/>
                  <a:pt x="235727" y="58539"/>
                  <a:pt x="232007" y="57009"/>
                </a:cubicBezTo>
                <a:lnTo>
                  <a:pt x="131796" y="15751"/>
                </a:lnTo>
                <a:cubicBezTo>
                  <a:pt x="127744" y="14097"/>
                  <a:pt x="123445" y="13229"/>
                  <a:pt x="119063" y="13229"/>
                </a:cubicBezTo>
                <a:cubicBezTo>
                  <a:pt x="114680" y="13229"/>
                  <a:pt x="110381" y="14097"/>
                  <a:pt x="106329" y="15751"/>
                </a:cubicBezTo>
                <a:lnTo>
                  <a:pt x="6118" y="57009"/>
                </a:lnTo>
                <a:cubicBezTo>
                  <a:pt x="2398" y="58539"/>
                  <a:pt x="0" y="62136"/>
                  <a:pt x="0" y="66146"/>
                </a:cubicBezTo>
                <a:lnTo>
                  <a:pt x="0" y="188516"/>
                </a:lnTo>
                <a:cubicBezTo>
                  <a:pt x="0" y="194014"/>
                  <a:pt x="4424" y="198438"/>
                  <a:pt x="9922" y="198438"/>
                </a:cubicBezTo>
                <a:cubicBezTo>
                  <a:pt x="15420" y="198438"/>
                  <a:pt x="19844" y="194014"/>
                  <a:pt x="19844" y="188516"/>
                </a:cubicBezTo>
                <a:lnTo>
                  <a:pt x="19844" y="80946"/>
                </a:lnTo>
                <a:close/>
                <a:moveTo>
                  <a:pt x="39688" y="110588"/>
                </a:moveTo>
                <a:lnTo>
                  <a:pt x="39688" y="158750"/>
                </a:lnTo>
                <a:cubicBezTo>
                  <a:pt x="39688" y="180661"/>
                  <a:pt x="75241" y="198438"/>
                  <a:pt x="119063" y="198438"/>
                </a:cubicBezTo>
                <a:cubicBezTo>
                  <a:pt x="162884" y="198438"/>
                  <a:pt x="198438" y="180661"/>
                  <a:pt x="198438" y="158750"/>
                </a:cubicBezTo>
                <a:lnTo>
                  <a:pt x="198438" y="110546"/>
                </a:lnTo>
                <a:lnTo>
                  <a:pt x="139361" y="134896"/>
                </a:lnTo>
                <a:cubicBezTo>
                  <a:pt x="132912" y="137542"/>
                  <a:pt x="126049" y="138906"/>
                  <a:pt x="119063" y="138906"/>
                </a:cubicBezTo>
                <a:cubicBezTo>
                  <a:pt x="112076" y="138906"/>
                  <a:pt x="105213" y="137542"/>
                  <a:pt x="98764" y="134896"/>
                </a:cubicBezTo>
                <a:lnTo>
                  <a:pt x="39688" y="110546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99583" y="6946191"/>
            <a:ext cx="1799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实习过程改进建议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50333" y="7327191"/>
            <a:ext cx="4963583" cy="762000"/>
          </a:xfrm>
          <a:custGeom>
            <a:avLst/>
            <a:gdLst/>
            <a:ahLst/>
            <a:cxnLst/>
            <a:rect l="l" t="t" r="r" b="b"/>
            <a:pathLst>
              <a:path w="4963583" h="762000">
                <a:moveTo>
                  <a:pt x="84666" y="0"/>
                </a:moveTo>
                <a:lnTo>
                  <a:pt x="4878918" y="0"/>
                </a:lnTo>
                <a:cubicBezTo>
                  <a:pt x="4925677" y="0"/>
                  <a:pt x="4963583" y="37906"/>
                  <a:pt x="4963583" y="84666"/>
                </a:cubicBezTo>
                <a:lnTo>
                  <a:pt x="4963583" y="677334"/>
                </a:lnTo>
                <a:cubicBezTo>
                  <a:pt x="4963583" y="724094"/>
                  <a:pt x="4925677" y="762000"/>
                  <a:pt x="487891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677333" y="7475358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32292" y="6615"/>
                </a:moveTo>
                <a:cubicBezTo>
                  <a:pt x="156021" y="6615"/>
                  <a:pt x="175286" y="25880"/>
                  <a:pt x="175286" y="49609"/>
                </a:cubicBezTo>
                <a:cubicBezTo>
                  <a:pt x="175286" y="73339"/>
                  <a:pt x="156021" y="92604"/>
                  <a:pt x="132292" y="92604"/>
                </a:cubicBezTo>
                <a:cubicBezTo>
                  <a:pt x="108562" y="92604"/>
                  <a:pt x="89297" y="73339"/>
                  <a:pt x="89297" y="49609"/>
                </a:cubicBezTo>
                <a:cubicBezTo>
                  <a:pt x="89297" y="25880"/>
                  <a:pt x="108562" y="6615"/>
                  <a:pt x="132292" y="6615"/>
                </a:cubicBezTo>
                <a:close/>
                <a:moveTo>
                  <a:pt x="39688" y="36380"/>
                </a:moveTo>
                <a:cubicBezTo>
                  <a:pt x="56116" y="36380"/>
                  <a:pt x="69453" y="49718"/>
                  <a:pt x="69453" y="66146"/>
                </a:cubicBezTo>
                <a:cubicBezTo>
                  <a:pt x="69453" y="82574"/>
                  <a:pt x="56116" y="95911"/>
                  <a:pt x="39688" y="95911"/>
                </a:cubicBezTo>
                <a:cubicBezTo>
                  <a:pt x="23259" y="95911"/>
                  <a:pt x="9922" y="82574"/>
                  <a:pt x="9922" y="66146"/>
                </a:cubicBezTo>
                <a:cubicBezTo>
                  <a:pt x="9922" y="49718"/>
                  <a:pt x="23259" y="36380"/>
                  <a:pt x="39687" y="36380"/>
                </a:cubicBezTo>
                <a:close/>
                <a:moveTo>
                  <a:pt x="0" y="171979"/>
                </a:moveTo>
                <a:cubicBezTo>
                  <a:pt x="0" y="142751"/>
                  <a:pt x="23688" y="119063"/>
                  <a:pt x="52917" y="119063"/>
                </a:cubicBezTo>
                <a:cubicBezTo>
                  <a:pt x="58208" y="119063"/>
                  <a:pt x="63335" y="119848"/>
                  <a:pt x="68172" y="121295"/>
                </a:cubicBezTo>
                <a:cubicBezTo>
                  <a:pt x="54570" y="136508"/>
                  <a:pt x="46302" y="156600"/>
                  <a:pt x="46302" y="178594"/>
                </a:cubicBezTo>
                <a:lnTo>
                  <a:pt x="46302" y="185208"/>
                </a:lnTo>
                <a:cubicBezTo>
                  <a:pt x="46302" y="189921"/>
                  <a:pt x="47294" y="194386"/>
                  <a:pt x="49072" y="198438"/>
                </a:cubicBezTo>
                <a:lnTo>
                  <a:pt x="13229" y="198438"/>
                </a:lnTo>
                <a:cubicBezTo>
                  <a:pt x="5912" y="198438"/>
                  <a:pt x="0" y="192526"/>
                  <a:pt x="0" y="185208"/>
                </a:cubicBezTo>
                <a:lnTo>
                  <a:pt x="0" y="171979"/>
                </a:lnTo>
                <a:close/>
                <a:moveTo>
                  <a:pt x="215511" y="198438"/>
                </a:moveTo>
                <a:cubicBezTo>
                  <a:pt x="217289" y="194386"/>
                  <a:pt x="218281" y="189921"/>
                  <a:pt x="218281" y="185208"/>
                </a:cubicBezTo>
                <a:lnTo>
                  <a:pt x="218281" y="178594"/>
                </a:lnTo>
                <a:cubicBezTo>
                  <a:pt x="218281" y="156600"/>
                  <a:pt x="210013" y="136508"/>
                  <a:pt x="196412" y="121295"/>
                </a:cubicBezTo>
                <a:cubicBezTo>
                  <a:pt x="201249" y="119848"/>
                  <a:pt x="206375" y="119063"/>
                  <a:pt x="211667" y="119063"/>
                </a:cubicBezTo>
                <a:cubicBezTo>
                  <a:pt x="240895" y="119063"/>
                  <a:pt x="264583" y="142751"/>
                  <a:pt x="264583" y="171979"/>
                </a:cubicBezTo>
                <a:lnTo>
                  <a:pt x="264583" y="185208"/>
                </a:lnTo>
                <a:cubicBezTo>
                  <a:pt x="264583" y="192526"/>
                  <a:pt x="258672" y="198438"/>
                  <a:pt x="251354" y="198438"/>
                </a:cubicBezTo>
                <a:lnTo>
                  <a:pt x="215511" y="198438"/>
                </a:lnTo>
                <a:close/>
                <a:moveTo>
                  <a:pt x="195130" y="66146"/>
                </a:moveTo>
                <a:cubicBezTo>
                  <a:pt x="195130" y="49718"/>
                  <a:pt x="208468" y="36380"/>
                  <a:pt x="224896" y="36380"/>
                </a:cubicBezTo>
                <a:cubicBezTo>
                  <a:pt x="241324" y="36380"/>
                  <a:pt x="254661" y="49718"/>
                  <a:pt x="254661" y="66146"/>
                </a:cubicBezTo>
                <a:cubicBezTo>
                  <a:pt x="254661" y="82574"/>
                  <a:pt x="241324" y="95911"/>
                  <a:pt x="224896" y="95911"/>
                </a:cubicBezTo>
                <a:cubicBezTo>
                  <a:pt x="208468" y="95911"/>
                  <a:pt x="195130" y="82574"/>
                  <a:pt x="195130" y="66146"/>
                </a:cubicBezTo>
                <a:close/>
                <a:moveTo>
                  <a:pt x="66146" y="178594"/>
                </a:moveTo>
                <a:cubicBezTo>
                  <a:pt x="66146" y="142048"/>
                  <a:pt x="95746" y="112448"/>
                  <a:pt x="132292" y="112448"/>
                </a:cubicBezTo>
                <a:cubicBezTo>
                  <a:pt x="168837" y="112448"/>
                  <a:pt x="198438" y="142048"/>
                  <a:pt x="198438" y="178594"/>
                </a:cubicBezTo>
                <a:lnTo>
                  <a:pt x="198438" y="185208"/>
                </a:lnTo>
                <a:cubicBezTo>
                  <a:pt x="198438" y="192526"/>
                  <a:pt x="192526" y="198438"/>
                  <a:pt x="185208" y="198438"/>
                </a:cubicBezTo>
                <a:lnTo>
                  <a:pt x="79375" y="198438"/>
                </a:lnTo>
                <a:cubicBezTo>
                  <a:pt x="72058" y="198438"/>
                  <a:pt x="66146" y="192526"/>
                  <a:pt x="66146" y="185208"/>
                </a:cubicBezTo>
                <a:lnTo>
                  <a:pt x="66146" y="178594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026583" y="7454191"/>
            <a:ext cx="110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导师指导机制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7333" y="7750524"/>
            <a:ext cx="4783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建议建立定期Code Review机制，让实习生获得及时反馈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644445" y="7327191"/>
            <a:ext cx="4963583" cy="762000"/>
          </a:xfrm>
          <a:custGeom>
            <a:avLst/>
            <a:gdLst/>
            <a:ahLst/>
            <a:cxnLst/>
            <a:rect l="l" t="t" r="r" b="b"/>
            <a:pathLst>
              <a:path w="4963583" h="762000">
                <a:moveTo>
                  <a:pt x="84666" y="0"/>
                </a:moveTo>
                <a:lnTo>
                  <a:pt x="4878918" y="0"/>
                </a:lnTo>
                <a:cubicBezTo>
                  <a:pt x="4925677" y="0"/>
                  <a:pt x="4963583" y="37906"/>
                  <a:pt x="4963583" y="84666"/>
                </a:cubicBezTo>
                <a:lnTo>
                  <a:pt x="4963583" y="677334"/>
                </a:lnTo>
                <a:cubicBezTo>
                  <a:pt x="4963583" y="724094"/>
                  <a:pt x="4925677" y="762000"/>
                  <a:pt x="487891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5811132" y="7475358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158750" y="211667"/>
                </a:moveTo>
                <a:lnTo>
                  <a:pt x="39688" y="211667"/>
                </a:lnTo>
                <a:cubicBezTo>
                  <a:pt x="17777" y="211667"/>
                  <a:pt x="0" y="193890"/>
                  <a:pt x="0" y="171979"/>
                </a:cubicBezTo>
                <a:lnTo>
                  <a:pt x="0" y="39688"/>
                </a:lnTo>
                <a:cubicBezTo>
                  <a:pt x="0" y="17777"/>
                  <a:pt x="17777" y="0"/>
                  <a:pt x="39688" y="0"/>
                </a:cubicBezTo>
                <a:lnTo>
                  <a:pt x="165365" y="0"/>
                </a:lnTo>
                <a:cubicBezTo>
                  <a:pt x="176320" y="0"/>
                  <a:pt x="185208" y="8888"/>
                  <a:pt x="185208" y="19844"/>
                </a:cubicBezTo>
                <a:lnTo>
                  <a:pt x="185208" y="138906"/>
                </a:lnTo>
                <a:cubicBezTo>
                  <a:pt x="185208" y="147547"/>
                  <a:pt x="179669" y="154905"/>
                  <a:pt x="171979" y="157634"/>
                </a:cubicBezTo>
                <a:lnTo>
                  <a:pt x="171979" y="185208"/>
                </a:lnTo>
                <a:cubicBezTo>
                  <a:pt x="179297" y="185208"/>
                  <a:pt x="185208" y="191120"/>
                  <a:pt x="185208" y="198438"/>
                </a:cubicBezTo>
                <a:cubicBezTo>
                  <a:pt x="185208" y="205755"/>
                  <a:pt x="179297" y="211667"/>
                  <a:pt x="171979" y="211667"/>
                </a:cubicBezTo>
                <a:lnTo>
                  <a:pt x="158750" y="211667"/>
                </a:lnTo>
                <a:close/>
                <a:moveTo>
                  <a:pt x="39688" y="158750"/>
                </a:moveTo>
                <a:cubicBezTo>
                  <a:pt x="32370" y="158750"/>
                  <a:pt x="26458" y="164662"/>
                  <a:pt x="26458" y="171979"/>
                </a:cubicBezTo>
                <a:cubicBezTo>
                  <a:pt x="26458" y="179297"/>
                  <a:pt x="32370" y="185208"/>
                  <a:pt x="39688" y="185208"/>
                </a:cubicBezTo>
                <a:lnTo>
                  <a:pt x="145521" y="185208"/>
                </a:lnTo>
                <a:lnTo>
                  <a:pt x="145521" y="158750"/>
                </a:lnTo>
                <a:lnTo>
                  <a:pt x="39688" y="158750"/>
                </a:lnTo>
                <a:close/>
                <a:moveTo>
                  <a:pt x="52917" y="62839"/>
                </a:moveTo>
                <a:cubicBezTo>
                  <a:pt x="52917" y="68337"/>
                  <a:pt x="57340" y="72760"/>
                  <a:pt x="62839" y="72760"/>
                </a:cubicBezTo>
                <a:lnTo>
                  <a:pt x="135599" y="72760"/>
                </a:lnTo>
                <a:cubicBezTo>
                  <a:pt x="141097" y="72760"/>
                  <a:pt x="145521" y="68337"/>
                  <a:pt x="145521" y="62839"/>
                </a:cubicBezTo>
                <a:cubicBezTo>
                  <a:pt x="145521" y="57340"/>
                  <a:pt x="141097" y="52917"/>
                  <a:pt x="135599" y="52917"/>
                </a:cubicBezTo>
                <a:lnTo>
                  <a:pt x="62839" y="52917"/>
                </a:lnTo>
                <a:cubicBezTo>
                  <a:pt x="57340" y="52917"/>
                  <a:pt x="52917" y="57340"/>
                  <a:pt x="52917" y="62839"/>
                </a:cubicBezTo>
                <a:close/>
                <a:moveTo>
                  <a:pt x="62839" y="92604"/>
                </a:moveTo>
                <a:cubicBezTo>
                  <a:pt x="57340" y="92604"/>
                  <a:pt x="52917" y="97028"/>
                  <a:pt x="52917" y="102526"/>
                </a:cubicBezTo>
                <a:cubicBezTo>
                  <a:pt x="52917" y="108024"/>
                  <a:pt x="57340" y="112448"/>
                  <a:pt x="62839" y="112448"/>
                </a:cubicBezTo>
                <a:lnTo>
                  <a:pt x="135599" y="112448"/>
                </a:lnTo>
                <a:cubicBezTo>
                  <a:pt x="141097" y="112448"/>
                  <a:pt x="145521" y="108024"/>
                  <a:pt x="145521" y="102526"/>
                </a:cubicBezTo>
                <a:cubicBezTo>
                  <a:pt x="145521" y="97028"/>
                  <a:pt x="141097" y="92604"/>
                  <a:pt x="135599" y="92604"/>
                </a:cubicBezTo>
                <a:lnTo>
                  <a:pt x="62839" y="92604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6120695" y="7454191"/>
            <a:ext cx="110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技术培训体系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771445" y="7750524"/>
            <a:ext cx="4783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建议提供系统化的技术培训，帮助实习生快速上手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738556" y="7327191"/>
            <a:ext cx="4963583" cy="762000"/>
          </a:xfrm>
          <a:custGeom>
            <a:avLst/>
            <a:gdLst/>
            <a:ahLst/>
            <a:cxnLst/>
            <a:rect l="l" t="t" r="r" b="b"/>
            <a:pathLst>
              <a:path w="4963583" h="762000">
                <a:moveTo>
                  <a:pt x="84666" y="0"/>
                </a:moveTo>
                <a:lnTo>
                  <a:pt x="4878918" y="0"/>
                </a:lnTo>
                <a:cubicBezTo>
                  <a:pt x="4925677" y="0"/>
                  <a:pt x="4963583" y="37906"/>
                  <a:pt x="4963583" y="84666"/>
                </a:cubicBezTo>
                <a:lnTo>
                  <a:pt x="4963583" y="677334"/>
                </a:lnTo>
                <a:cubicBezTo>
                  <a:pt x="4963583" y="724094"/>
                  <a:pt x="4925677" y="762000"/>
                  <a:pt x="487891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10892015" y="7475358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0" y="33073"/>
                </a:moveTo>
                <a:cubicBezTo>
                  <a:pt x="0" y="22118"/>
                  <a:pt x="8888" y="13229"/>
                  <a:pt x="19844" y="13229"/>
                </a:cubicBezTo>
                <a:lnTo>
                  <a:pt x="59531" y="13229"/>
                </a:lnTo>
                <a:cubicBezTo>
                  <a:pt x="70487" y="13229"/>
                  <a:pt x="79375" y="22118"/>
                  <a:pt x="79375" y="33073"/>
                </a:cubicBezTo>
                <a:lnTo>
                  <a:pt x="79375" y="39688"/>
                </a:lnTo>
                <a:lnTo>
                  <a:pt x="132292" y="39688"/>
                </a:lnTo>
                <a:lnTo>
                  <a:pt x="132292" y="33073"/>
                </a:lnTo>
                <a:cubicBezTo>
                  <a:pt x="132292" y="22118"/>
                  <a:pt x="141180" y="13229"/>
                  <a:pt x="152135" y="13229"/>
                </a:cubicBezTo>
                <a:lnTo>
                  <a:pt x="191823" y="13229"/>
                </a:lnTo>
                <a:cubicBezTo>
                  <a:pt x="202778" y="13229"/>
                  <a:pt x="211667" y="22118"/>
                  <a:pt x="211667" y="33073"/>
                </a:cubicBezTo>
                <a:lnTo>
                  <a:pt x="211667" y="72760"/>
                </a:lnTo>
                <a:cubicBezTo>
                  <a:pt x="211667" y="83716"/>
                  <a:pt x="202778" y="92604"/>
                  <a:pt x="191823" y="92604"/>
                </a:cubicBezTo>
                <a:lnTo>
                  <a:pt x="152135" y="92604"/>
                </a:lnTo>
                <a:cubicBezTo>
                  <a:pt x="141180" y="92604"/>
                  <a:pt x="132292" y="83716"/>
                  <a:pt x="132292" y="72760"/>
                </a:cubicBezTo>
                <a:lnTo>
                  <a:pt x="132292" y="66146"/>
                </a:lnTo>
                <a:lnTo>
                  <a:pt x="79375" y="66146"/>
                </a:lnTo>
                <a:lnTo>
                  <a:pt x="79375" y="72760"/>
                </a:lnTo>
                <a:cubicBezTo>
                  <a:pt x="79375" y="75778"/>
                  <a:pt x="78672" y="78672"/>
                  <a:pt x="77473" y="81235"/>
                </a:cubicBezTo>
                <a:lnTo>
                  <a:pt x="105833" y="119063"/>
                </a:lnTo>
                <a:lnTo>
                  <a:pt x="138906" y="119063"/>
                </a:lnTo>
                <a:cubicBezTo>
                  <a:pt x="149862" y="119063"/>
                  <a:pt x="158750" y="127951"/>
                  <a:pt x="158750" y="138906"/>
                </a:cubicBezTo>
                <a:lnTo>
                  <a:pt x="158750" y="178594"/>
                </a:lnTo>
                <a:cubicBezTo>
                  <a:pt x="158750" y="189549"/>
                  <a:pt x="149862" y="198438"/>
                  <a:pt x="138906" y="198438"/>
                </a:cubicBezTo>
                <a:lnTo>
                  <a:pt x="99219" y="198438"/>
                </a:lnTo>
                <a:cubicBezTo>
                  <a:pt x="88263" y="198438"/>
                  <a:pt x="79375" y="189549"/>
                  <a:pt x="79375" y="178594"/>
                </a:cubicBezTo>
                <a:lnTo>
                  <a:pt x="79375" y="138906"/>
                </a:lnTo>
                <a:cubicBezTo>
                  <a:pt x="79375" y="135888"/>
                  <a:pt x="80078" y="132994"/>
                  <a:pt x="81277" y="130431"/>
                </a:cubicBezTo>
                <a:lnTo>
                  <a:pt x="52917" y="92604"/>
                </a:lnTo>
                <a:lnTo>
                  <a:pt x="19844" y="92604"/>
                </a:lnTo>
                <a:cubicBezTo>
                  <a:pt x="8888" y="92604"/>
                  <a:pt x="0" y="83716"/>
                  <a:pt x="0" y="72760"/>
                </a:cubicBezTo>
                <a:lnTo>
                  <a:pt x="0" y="33073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11214806" y="7454191"/>
            <a:ext cx="110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项目文档完善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865556" y="7750524"/>
            <a:ext cx="4783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建议完善项目文档和API文档，降低新成员学习成本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26861" y="8346719"/>
            <a:ext cx="15405806" cy="430389"/>
          </a:xfrm>
          <a:custGeom>
            <a:avLst/>
            <a:gdLst/>
            <a:ahLst/>
            <a:cxnLst/>
            <a:rect l="l" t="t" r="r" b="b"/>
            <a:pathLst>
              <a:path w="15405806" h="430389">
                <a:moveTo>
                  <a:pt x="84666" y="0"/>
                </a:moveTo>
                <a:lnTo>
                  <a:pt x="15321139" y="0"/>
                </a:lnTo>
                <a:cubicBezTo>
                  <a:pt x="15367899" y="0"/>
                  <a:pt x="15405806" y="37906"/>
                  <a:pt x="15405806" y="84666"/>
                </a:cubicBezTo>
                <a:lnTo>
                  <a:pt x="15405806" y="345723"/>
                </a:lnTo>
                <a:cubicBezTo>
                  <a:pt x="15405806" y="392483"/>
                  <a:pt x="15367899" y="430389"/>
                  <a:pt x="15321139" y="430389"/>
                </a:cubicBezTo>
                <a:lnTo>
                  <a:pt x="84666" y="430389"/>
                </a:lnTo>
                <a:cubicBezTo>
                  <a:pt x="37906" y="430389"/>
                  <a:pt x="0" y="392483"/>
                  <a:pt x="0" y="345723"/>
                </a:cubicBezTo>
                <a:lnTo>
                  <a:pt x="0" y="84666"/>
                </a:lnTo>
                <a:cubicBezTo>
                  <a:pt x="0" y="37906"/>
                  <a:pt x="37906" y="0"/>
                  <a:pt x="84666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8467">
            <a:solidFill>
              <a:srgbClr val="4FD1C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541514" y="846666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880181" y="8434917"/>
            <a:ext cx="5503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持续改进：</a:t>
            </a:r>
            <a:r>
              <a:rPr lang="en-US" sz="1333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建议在后续迭代中优先完善监控和测试体系，确保系统稳定性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zelladc.com/f17de6296badf5493ff19a50c4d80e28896b047b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4444" r="1444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2D3748">
                  <a:alpha val="92000"/>
                </a:srgbClr>
              </a:gs>
              <a:gs pos="100000">
                <a:srgbClr val="1A202C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7737475" y="648754"/>
            <a:ext cx="787400" cy="736600"/>
          </a:xfrm>
          <a:custGeom>
            <a:avLst/>
            <a:gdLst/>
            <a:ahLst/>
            <a:cxnLst/>
            <a:rect l="l" t="t" r="r" b="b"/>
            <a:pathLst>
              <a:path w="787400" h="736600">
                <a:moveTo>
                  <a:pt x="368300" y="0"/>
                </a:moveTo>
                <a:lnTo>
                  <a:pt x="419100" y="0"/>
                </a:lnTo>
                <a:cubicBezTo>
                  <a:pt x="622370" y="0"/>
                  <a:pt x="787400" y="165030"/>
                  <a:pt x="787400" y="368300"/>
                </a:cubicBezTo>
                <a:lnTo>
                  <a:pt x="787400" y="368300"/>
                </a:lnTo>
                <a:cubicBezTo>
                  <a:pt x="787400" y="571570"/>
                  <a:pt x="622370" y="736600"/>
                  <a:pt x="419100" y="736600"/>
                </a:cubicBezTo>
                <a:lnTo>
                  <a:pt x="368300" y="736600"/>
                </a:lnTo>
                <a:cubicBezTo>
                  <a:pt x="165030" y="736600"/>
                  <a:pt x="0" y="571570"/>
                  <a:pt x="0" y="368300"/>
                </a:cubicBezTo>
                <a:lnTo>
                  <a:pt x="0" y="368300"/>
                </a:lnTo>
                <a:cubicBezTo>
                  <a:pt x="0" y="165030"/>
                  <a:pt x="165030" y="0"/>
                  <a:pt x="3683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7940675" y="80115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9338" y="64815"/>
                </a:moveTo>
                <a:lnTo>
                  <a:pt x="190500" y="80218"/>
                </a:lnTo>
                <a:lnTo>
                  <a:pt x="201662" y="64815"/>
                </a:lnTo>
                <a:cubicBezTo>
                  <a:pt x="220266" y="39067"/>
                  <a:pt x="250180" y="23812"/>
                  <a:pt x="281955" y="23812"/>
                </a:cubicBezTo>
                <a:cubicBezTo>
                  <a:pt x="336649" y="23812"/>
                  <a:pt x="381000" y="68163"/>
                  <a:pt x="381000" y="122858"/>
                </a:cubicBezTo>
                <a:lnTo>
                  <a:pt x="381000" y="124792"/>
                </a:lnTo>
                <a:cubicBezTo>
                  <a:pt x="381000" y="208285"/>
                  <a:pt x="276895" y="305246"/>
                  <a:pt x="222572" y="346695"/>
                </a:cubicBezTo>
                <a:cubicBezTo>
                  <a:pt x="213345" y="353690"/>
                  <a:pt x="202034" y="357188"/>
                  <a:pt x="190500" y="357188"/>
                </a:cubicBezTo>
                <a:cubicBezTo>
                  <a:pt x="178966" y="357188"/>
                  <a:pt x="167580" y="353764"/>
                  <a:pt x="158428" y="346695"/>
                </a:cubicBezTo>
                <a:cubicBezTo>
                  <a:pt x="104105" y="305246"/>
                  <a:pt x="0" y="208285"/>
                  <a:pt x="0" y="124792"/>
                </a:cubicBezTo>
                <a:lnTo>
                  <a:pt x="0" y="122858"/>
                </a:lnTo>
                <a:cubicBezTo>
                  <a:pt x="0" y="68163"/>
                  <a:pt x="44351" y="23812"/>
                  <a:pt x="99045" y="23812"/>
                </a:cubicBezTo>
                <a:cubicBezTo>
                  <a:pt x="130820" y="23812"/>
                  <a:pt x="160734" y="39067"/>
                  <a:pt x="179338" y="6481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3238500" y="1588554"/>
            <a:ext cx="977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E2E8F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感谢与展望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65500" y="2744254"/>
            <a:ext cx="952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感谢导师和团队的支持与指导，通过本次实习，我不仅掌握了全栈开发的技术能力，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更培养了工程化思维和问题解决能力。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625600" y="3874554"/>
            <a:ext cx="4127500" cy="2438400"/>
          </a:xfrm>
          <a:custGeom>
            <a:avLst/>
            <a:gdLst/>
            <a:ahLst/>
            <a:cxnLst/>
            <a:rect l="l" t="t" r="r" b="b"/>
            <a:pathLst>
              <a:path w="4127500" h="2438400">
                <a:moveTo>
                  <a:pt x="101608" y="0"/>
                </a:moveTo>
                <a:lnTo>
                  <a:pt x="4025892" y="0"/>
                </a:lnTo>
                <a:cubicBezTo>
                  <a:pt x="4082008" y="0"/>
                  <a:pt x="4127500" y="45492"/>
                  <a:pt x="4127500" y="101608"/>
                </a:cubicBezTo>
                <a:lnTo>
                  <a:pt x="4127500" y="2336792"/>
                </a:lnTo>
                <a:cubicBezTo>
                  <a:pt x="4127500" y="2392908"/>
                  <a:pt x="4082008" y="2438400"/>
                  <a:pt x="40258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3335867" y="4128554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3520017" y="4331754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816100" y="4992154"/>
            <a:ext cx="3746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技术成长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828800" y="5449354"/>
            <a:ext cx="372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掌握全栈开发技术栈，实现从理论到实践的转变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62133" y="3874554"/>
            <a:ext cx="4127500" cy="2438400"/>
          </a:xfrm>
          <a:custGeom>
            <a:avLst/>
            <a:gdLst/>
            <a:ahLst/>
            <a:cxnLst/>
            <a:rect l="l" t="t" r="r" b="b"/>
            <a:pathLst>
              <a:path w="4127500" h="2438400">
                <a:moveTo>
                  <a:pt x="101608" y="0"/>
                </a:moveTo>
                <a:lnTo>
                  <a:pt x="4025892" y="0"/>
                </a:lnTo>
                <a:cubicBezTo>
                  <a:pt x="4082008" y="0"/>
                  <a:pt x="4127500" y="45492"/>
                  <a:pt x="4127500" y="101608"/>
                </a:cubicBezTo>
                <a:lnTo>
                  <a:pt x="4127500" y="2336792"/>
                </a:lnTo>
                <a:cubicBezTo>
                  <a:pt x="4127500" y="2392908"/>
                  <a:pt x="4082008" y="2438400"/>
                  <a:pt x="40258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7772400" y="4128554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7975600" y="433175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252633" y="4992154"/>
            <a:ext cx="3746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思维培养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65333" y="5449354"/>
            <a:ext cx="372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建立工程化思维，理解软件工程的最佳实践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498667" y="3874554"/>
            <a:ext cx="4127500" cy="2438400"/>
          </a:xfrm>
          <a:custGeom>
            <a:avLst/>
            <a:gdLst/>
            <a:ahLst/>
            <a:cxnLst/>
            <a:rect l="l" t="t" r="r" b="b"/>
            <a:pathLst>
              <a:path w="4127500" h="2438400">
                <a:moveTo>
                  <a:pt x="101608" y="0"/>
                </a:moveTo>
                <a:lnTo>
                  <a:pt x="4025892" y="0"/>
                </a:lnTo>
                <a:cubicBezTo>
                  <a:pt x="4082008" y="0"/>
                  <a:pt x="4127500" y="45492"/>
                  <a:pt x="4127500" y="101608"/>
                </a:cubicBezTo>
                <a:lnTo>
                  <a:pt x="4127500" y="2336792"/>
                </a:lnTo>
                <a:cubicBezTo>
                  <a:pt x="4127500" y="2392908"/>
                  <a:pt x="4082008" y="2438400"/>
                  <a:pt x="40258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12208934" y="4128554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12412134" y="433175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10689167" y="4992154"/>
            <a:ext cx="3746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持续进步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701867" y="5449354"/>
            <a:ext cx="372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保持学习热情，不断提升技术水平和解决问题的能力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442633" y="6621988"/>
            <a:ext cx="11374967" cy="1265767"/>
          </a:xfrm>
          <a:custGeom>
            <a:avLst/>
            <a:gdLst/>
            <a:ahLst/>
            <a:cxnLst/>
            <a:rect l="l" t="t" r="r" b="b"/>
            <a:pathLst>
              <a:path w="11374967" h="1265767">
                <a:moveTo>
                  <a:pt x="101603" y="0"/>
                </a:moveTo>
                <a:lnTo>
                  <a:pt x="11273364" y="0"/>
                </a:lnTo>
                <a:cubicBezTo>
                  <a:pt x="11329477" y="0"/>
                  <a:pt x="11374967" y="45489"/>
                  <a:pt x="11374967" y="101603"/>
                </a:cubicBezTo>
                <a:lnTo>
                  <a:pt x="11374967" y="1164164"/>
                </a:lnTo>
                <a:cubicBezTo>
                  <a:pt x="11374967" y="1220277"/>
                  <a:pt x="11329477" y="1265767"/>
                  <a:pt x="11273364" y="1265767"/>
                </a:cubicBezTo>
                <a:lnTo>
                  <a:pt x="101603" y="1265767"/>
                </a:lnTo>
                <a:cubicBezTo>
                  <a:pt x="45489" y="1265767"/>
                  <a:pt x="0" y="1220277"/>
                  <a:pt x="0" y="1164164"/>
                </a:cubicBezTo>
                <a:lnTo>
                  <a:pt x="0" y="101603"/>
                </a:lnTo>
                <a:cubicBezTo>
                  <a:pt x="0" y="45489"/>
                  <a:pt x="45489" y="0"/>
                  <a:pt x="101603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8467">
            <a:solidFill>
              <a:srgbClr val="4FD1C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2769129" y="69310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3037417" y="6880225"/>
            <a:ext cx="105791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未来规划：</a:t>
            </a:r>
            <a:r>
              <a:rPr lang="en-US" sz="18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继续深入学习分布式系统、微服务架构等先进技术，不断提升自己的技术水平和工程能力， 为成为一名优秀的软件工程师而努力。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831417" y="824123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050" y="25400"/>
                </a:moveTo>
                <a:cubicBezTo>
                  <a:pt x="8533" y="25400"/>
                  <a:pt x="0" y="33933"/>
                  <a:pt x="0" y="44450"/>
                </a:cubicBezTo>
                <a:cubicBezTo>
                  <a:pt x="0" y="50443"/>
                  <a:pt x="2818" y="56078"/>
                  <a:pt x="7620" y="59690"/>
                </a:cubicBezTo>
                <a:lnTo>
                  <a:pt x="90170" y="121603"/>
                </a:lnTo>
                <a:cubicBezTo>
                  <a:pt x="96957" y="126683"/>
                  <a:pt x="106243" y="126683"/>
                  <a:pt x="113030" y="121603"/>
                </a:cubicBezTo>
                <a:lnTo>
                  <a:pt x="195580" y="59690"/>
                </a:lnTo>
                <a:cubicBezTo>
                  <a:pt x="200382" y="56078"/>
                  <a:pt x="203200" y="50443"/>
                  <a:pt x="203200" y="44450"/>
                </a:cubicBezTo>
                <a:cubicBezTo>
                  <a:pt x="203200" y="33933"/>
                  <a:pt x="194667" y="25400"/>
                  <a:pt x="184150" y="25400"/>
                </a:cubicBezTo>
                <a:lnTo>
                  <a:pt x="19050" y="25400"/>
                </a:lnTo>
                <a:close/>
                <a:moveTo>
                  <a:pt x="0" y="77788"/>
                </a:moveTo>
                <a:lnTo>
                  <a:pt x="0" y="152400"/>
                </a:lnTo>
                <a:cubicBezTo>
                  <a:pt x="0" y="166410"/>
                  <a:pt x="11390" y="177800"/>
                  <a:pt x="25400" y="177800"/>
                </a:cubicBezTo>
                <a:lnTo>
                  <a:pt x="177800" y="177800"/>
                </a:lnTo>
                <a:cubicBezTo>
                  <a:pt x="191810" y="177800"/>
                  <a:pt x="203200" y="166410"/>
                  <a:pt x="203200" y="152400"/>
                </a:cubicBezTo>
                <a:lnTo>
                  <a:pt x="203200" y="77788"/>
                </a:lnTo>
                <a:lnTo>
                  <a:pt x="124460" y="136843"/>
                </a:lnTo>
                <a:cubicBezTo>
                  <a:pt x="110927" y="147003"/>
                  <a:pt x="92273" y="147003"/>
                  <a:pt x="78740" y="136843"/>
                </a:cubicBezTo>
                <a:lnTo>
                  <a:pt x="0" y="77788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6110817" y="8190433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联系方式可在此处添加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396817" y="8215833"/>
            <a:ext cx="12700" cy="254000"/>
          </a:xfrm>
          <a:custGeom>
            <a:avLst/>
            <a:gdLst/>
            <a:ahLst/>
            <a:cxnLst/>
            <a:rect l="l" t="t" r="r" b="b"/>
            <a:pathLst>
              <a:path w="12700" h="254000">
                <a:moveTo>
                  <a:pt x="0" y="0"/>
                </a:moveTo>
                <a:lnTo>
                  <a:pt x="12700" y="0"/>
                </a:lnTo>
                <a:lnTo>
                  <a:pt x="127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8650817" y="8241233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50800" y="0"/>
                </a:moveTo>
                <a:cubicBezTo>
                  <a:pt x="43775" y="0"/>
                  <a:pt x="38100" y="5675"/>
                  <a:pt x="38100" y="12700"/>
                </a:cubicBezTo>
                <a:lnTo>
                  <a:pt x="38100" y="25400"/>
                </a:lnTo>
                <a:lnTo>
                  <a:pt x="25400" y="25400"/>
                </a:lnTo>
                <a:cubicBezTo>
                  <a:pt x="11390" y="25400"/>
                  <a:pt x="0" y="36790"/>
                  <a:pt x="0" y="50800"/>
                </a:cubicBezTo>
                <a:lnTo>
                  <a:pt x="0" y="69850"/>
                </a:lnTo>
                <a:lnTo>
                  <a:pt x="177800" y="69850"/>
                </a:lnTo>
                <a:lnTo>
                  <a:pt x="177800" y="50800"/>
                </a:lnTo>
                <a:cubicBezTo>
                  <a:pt x="177800" y="36790"/>
                  <a:pt x="166410" y="25400"/>
                  <a:pt x="152400" y="25400"/>
                </a:cubicBezTo>
                <a:lnTo>
                  <a:pt x="139700" y="25400"/>
                </a:lnTo>
                <a:lnTo>
                  <a:pt x="139700" y="12700"/>
                </a:lnTo>
                <a:cubicBezTo>
                  <a:pt x="139700" y="5675"/>
                  <a:pt x="134025" y="0"/>
                  <a:pt x="127000" y="0"/>
                </a:cubicBezTo>
                <a:cubicBezTo>
                  <a:pt x="119975" y="0"/>
                  <a:pt x="114300" y="5675"/>
                  <a:pt x="114300" y="12700"/>
                </a:cubicBezTo>
                <a:lnTo>
                  <a:pt x="114300" y="25400"/>
                </a:lnTo>
                <a:lnTo>
                  <a:pt x="63500" y="25400"/>
                </a:lnTo>
                <a:lnTo>
                  <a:pt x="63500" y="12700"/>
                </a:lnTo>
                <a:cubicBezTo>
                  <a:pt x="63500" y="5675"/>
                  <a:pt x="57825" y="0"/>
                  <a:pt x="50800" y="0"/>
                </a:cubicBezTo>
                <a:close/>
                <a:moveTo>
                  <a:pt x="0" y="88900"/>
                </a:move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88900"/>
                </a:lnTo>
                <a:lnTo>
                  <a:pt x="0" y="8890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8917517" y="8190433"/>
            <a:ext cx="158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2025年实习项目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1417</Words>
  <Application>Microsoft Office PowerPoint</Application>
  <PresentationFormat>自定义</PresentationFormat>
  <Paragraphs>543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Arial</vt:lpstr>
      <vt:lpstr>阿里妈妈数黑体</vt:lpstr>
      <vt:lpstr>MiSans</vt:lpstr>
      <vt:lpstr>Liter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企业资产分配与调度管理系统 - 实习总结报告</dc:title>
  <dc:subject>企业资产分配与调度管理系统 - 实习总结报告</dc:subject>
  <dc:creator>Kimi</dc:creator>
  <cp:lastModifiedBy>1534988138@qq.com</cp:lastModifiedBy>
  <cp:revision>2</cp:revision>
  <dcterms:created xsi:type="dcterms:W3CDTF">2025-12-29T12:58:34Z</dcterms:created>
  <dcterms:modified xsi:type="dcterms:W3CDTF">2025-12-29T13:02:35Z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{"Label":"企业资产分配与调度管理系统 - 实习总结报告","ContentProducer":"001191110108MACG2KBH8F10000","ProduceID":"19b69ec5-0f52-84ec-8000-0000844b3f99","ReservedCode1":"","ContentPropagator":"001191110108MACG2KBH8F20000","PropagateID":"19b69ec5-0f52-84ec-8000-0000844b3f99","ReservedCode2":""}</vt:lpwstr>
  </property>
</Properties>
</file>